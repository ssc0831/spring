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trictFirstAndLastChars="0" autoCompressPictures="0">
  <p:sldMasterIdLst>
    <p:sldMasterId id="2147483672" r:id="rId1"/>
  </p:sldMasterIdLst>
  <p:notesMasterIdLst>
    <p:notesMasterId r:id="rId2"/>
  </p:notesMasterIdLst>
  <p:sldIdLst>
    <p:sldId id="256" r:id="rId3"/>
    <p:sldId id="261" r:id="rId4"/>
    <p:sldId id="257" r:id="rId5"/>
    <p:sldId id="347" r:id="rId6"/>
    <p:sldId id="344" r:id="rId7"/>
    <p:sldId id="345" r:id="rId8"/>
    <p:sldId id="346" r:id="rId9"/>
    <p:sldId id="348" r:id="rId10"/>
    <p:sldId id="301" r:id="rId11"/>
    <p:sldId id="353" r:id="rId12"/>
    <p:sldId id="354" r:id="rId13"/>
    <p:sldId id="349" r:id="rId14"/>
    <p:sldId id="350" r:id="rId15"/>
    <p:sldId id="351" r:id="rId16"/>
    <p:sldId id="352" r:id="rId17"/>
    <p:sldId id="307" r:id="rId18"/>
    <p:sldId id="273" r:id="rId19"/>
    <p:sldId id="355" r:id="rId20"/>
    <p:sldId id="359" r:id="rId21"/>
    <p:sldId id="308" r:id="rId22"/>
    <p:sldId id="309" r:id="rId23"/>
    <p:sldId id="356" r:id="rId24"/>
    <p:sldId id="357" r:id="rId25"/>
    <p:sldId id="358" r:id="rId26"/>
    <p:sldId id="313" r:id="rId27"/>
    <p:sldId id="315" r:id="rId28"/>
    <p:sldId id="319" r:id="rId29"/>
    <p:sldId id="320" r:id="rId30"/>
    <p:sldId id="326" r:id="rId31"/>
  </p:sldIdLst>
  <p:sldSz cx="9144000" cy="51435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56B8C613-08F8-4700-95AB-4516BBC812B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w="sm" len="sm"/>
              <a:tailEnd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w="sm" len="sm"/>
              <a:tailEnd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w="sm" len="sm"/>
              <a:tailEnd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w="sm" len="sm"/>
              <a:tailEnd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w="sm" len="sm"/>
              <a:tailEnd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w="sm" len="sm"/>
              <a:tailEnd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1577A3B-FCDF-4692-AC42-D10CC97534B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w="sm" len="sm"/>
              <a:tailEnd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w="sm" len="sm"/>
              <a:tailEnd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w="sm" len="sm"/>
              <a:tailEnd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w="sm" len="sm"/>
              <a:tailEnd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w="sm" len="sm"/>
              <a:tailEnd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w="sm" len="sm"/>
              <a:tailEnd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1614"/>
        <p:guide pos="287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slide" Target="slides/slide22.xml"  /><Relationship Id="rId25" Type="http://schemas.openxmlformats.org/officeDocument/2006/relationships/slide" Target="slides/slide23.xml"  /><Relationship Id="rId26" Type="http://schemas.openxmlformats.org/officeDocument/2006/relationships/slide" Target="slides/slide24.xml"  /><Relationship Id="rId27" Type="http://schemas.openxmlformats.org/officeDocument/2006/relationships/slide" Target="slides/slide25.xml"  /><Relationship Id="rId28" Type="http://schemas.openxmlformats.org/officeDocument/2006/relationships/slide" Target="slides/slide26.xml"  /><Relationship Id="rId29" Type="http://schemas.openxmlformats.org/officeDocument/2006/relationships/slide" Target="slides/slide27.xml"  /><Relationship Id="rId3" Type="http://schemas.openxmlformats.org/officeDocument/2006/relationships/slide" Target="slides/slide1.xml"  /><Relationship Id="rId30" Type="http://schemas.openxmlformats.org/officeDocument/2006/relationships/slide" Target="slides/slide28.xml"  /><Relationship Id="rId31" Type="http://schemas.openxmlformats.org/officeDocument/2006/relationships/slide" Target="slides/slide29.xml"  /><Relationship Id="rId32" Type="http://schemas.openxmlformats.org/officeDocument/2006/relationships/presProps" Target="presProps.xml"  /><Relationship Id="rId33" Type="http://schemas.openxmlformats.org/officeDocument/2006/relationships/viewProps" Target="viewProps.xml"  /><Relationship Id="rId34" Type="http://schemas.openxmlformats.org/officeDocument/2006/relationships/theme" Target="theme/theme1.xml"  /><Relationship Id="rId35" Type="http://schemas.openxmlformats.org/officeDocument/2006/relationships/tableStyles" Target="tableStyles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 lvl="0">
              <a:defRPr/>
            </a:pPr>
            <a:endParaRPr lang="ko-KR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1.xml"  /><Relationship Id="rId2" Type="http://schemas.openxmlformats.org/officeDocument/2006/relationships/notesMaster" Target="../notesMasters/notesMaster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slide" Target="../slides/slide12.xml"  /><Relationship Id="rId2" Type="http://schemas.openxmlformats.org/officeDocument/2006/relationships/notesMaster" Target="../notesMasters/notesMaster1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slide" Target="../slides/slide13.xml"  /><Relationship Id="rId2" Type="http://schemas.openxmlformats.org/officeDocument/2006/relationships/notesMaster" Target="../notesMasters/notesMaster1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slide" Target="../slides/slide14.xml"  /><Relationship Id="rId2" Type="http://schemas.openxmlformats.org/officeDocument/2006/relationships/notesMaster" Target="../notesMasters/notesMaster1.xml"  /></Relationships>
</file>

<file path=ppt/notesSlides/_rels/notesSlide15.xml.rels><?xml version="1.0" encoding="UTF-8" standalone="yes" ?><Relationships xmlns="http://schemas.openxmlformats.org/package/2006/relationships"><Relationship Id="rId1" Type="http://schemas.openxmlformats.org/officeDocument/2006/relationships/slide" Target="../slides/slide15.xml"  /><Relationship Id="rId2" Type="http://schemas.openxmlformats.org/officeDocument/2006/relationships/notesMaster" Target="../notesMasters/notesMaster1.xml"  /></Relationships>
</file>

<file path=ppt/notesSlides/_rels/notesSlide16.xml.rels><?xml version="1.0" encoding="UTF-8" standalone="yes" ?><Relationships xmlns="http://schemas.openxmlformats.org/package/2006/relationships"><Relationship Id="rId1" Type="http://schemas.openxmlformats.org/officeDocument/2006/relationships/slide" Target="../slides/slide16.xml"  /><Relationship Id="rId2" Type="http://schemas.openxmlformats.org/officeDocument/2006/relationships/notesMaster" Target="../notesMasters/notesMaster1.xml"  /></Relationships>
</file>

<file path=ppt/notesSlides/_rels/notesSlide1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18.xml.rels><?xml version="1.0" encoding="UTF-8" standalone="yes" ?><Relationships xmlns="http://schemas.openxmlformats.org/package/2006/relationships"><Relationship Id="rId1" Type="http://schemas.openxmlformats.org/officeDocument/2006/relationships/slide" Target="../slides/slide18.xml"  /><Relationship Id="rId2" Type="http://schemas.openxmlformats.org/officeDocument/2006/relationships/notesMaster" Target="../notesMasters/notesMaster1.xml"  /></Relationships>
</file>

<file path=ppt/notesSlides/_rels/notesSlide19.xml.rels><?xml version="1.0" encoding="UTF-8" standalone="yes" ?><Relationships xmlns="http://schemas.openxmlformats.org/package/2006/relationships"><Relationship Id="rId1" Type="http://schemas.openxmlformats.org/officeDocument/2006/relationships/slide" Target="../slides/slide19.xml"  /><Relationship Id="rId2" Type="http://schemas.openxmlformats.org/officeDocument/2006/relationships/notesMaster" Target="../notesMasters/notesMaster1.xml"  /></Relationships>
</file>

<file path=ppt/notesSlides/_rels/notesSlide20.xml.rels><?xml version="1.0" encoding="UTF-8" standalone="yes" ?><Relationships xmlns="http://schemas.openxmlformats.org/package/2006/relationships"><Relationship Id="rId1" Type="http://schemas.openxmlformats.org/officeDocument/2006/relationships/slide" Target="../slides/slide20.xml"  /><Relationship Id="rId2" Type="http://schemas.openxmlformats.org/officeDocument/2006/relationships/notesMaster" Target="../notesMasters/notesMaster1.xml"  /></Relationships>
</file>

<file path=ppt/notesSlides/_rels/notesSlide21.xml.rels><?xml version="1.0" encoding="UTF-8" standalone="yes" ?><Relationships xmlns="http://schemas.openxmlformats.org/package/2006/relationships"><Relationship Id="rId1" Type="http://schemas.openxmlformats.org/officeDocument/2006/relationships/slide" Target="../slides/slide21.xml"  /><Relationship Id="rId2" Type="http://schemas.openxmlformats.org/officeDocument/2006/relationships/notesMaster" Target="../notesMasters/notesMaster1.xml"  /></Relationships>
</file>

<file path=ppt/notesSlides/_rels/notesSlide2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2.xml"  /><Relationship Id="rId2" Type="http://schemas.openxmlformats.org/officeDocument/2006/relationships/notesMaster" Target="../notesMasters/notesMaster1.xml"  /></Relationships>
</file>

<file path=ppt/notesSlides/_rels/notesSlide23.xml.rels><?xml version="1.0" encoding="UTF-8" standalone="yes" ?><Relationships xmlns="http://schemas.openxmlformats.org/package/2006/relationships"><Relationship Id="rId1" Type="http://schemas.openxmlformats.org/officeDocument/2006/relationships/slide" Target="../slides/slide23.xml"  /><Relationship Id="rId2" Type="http://schemas.openxmlformats.org/officeDocument/2006/relationships/notesMaster" Target="../notesMasters/notesMaster1.xml"  /></Relationships>
</file>

<file path=ppt/notesSlides/_rels/notesSlide24.xml.rels><?xml version="1.0" encoding="UTF-8" standalone="yes" ?><Relationships xmlns="http://schemas.openxmlformats.org/package/2006/relationships"><Relationship Id="rId1" Type="http://schemas.openxmlformats.org/officeDocument/2006/relationships/slide" Target="../slides/slide24.xml"  /><Relationship Id="rId2" Type="http://schemas.openxmlformats.org/officeDocument/2006/relationships/notesMaster" Target="../notesMasters/notesMaster1.xml"  /></Relationships>
</file>

<file path=ppt/notesSlides/_rels/notesSlide25.xml.rels><?xml version="1.0" encoding="UTF-8" standalone="yes" ?><Relationships xmlns="http://schemas.openxmlformats.org/package/2006/relationships"><Relationship Id="rId1" Type="http://schemas.openxmlformats.org/officeDocument/2006/relationships/slide" Target="../slides/slide25.xml"  /><Relationship Id="rId2" Type="http://schemas.openxmlformats.org/officeDocument/2006/relationships/notesMaster" Target="../notesMasters/notesMaster1.xml"  /></Relationships>
</file>

<file path=ppt/notesSlides/_rels/notesSlide26.xml.rels><?xml version="1.0" encoding="UTF-8" standalone="yes" ?><Relationships xmlns="http://schemas.openxmlformats.org/package/2006/relationships"><Relationship Id="rId1" Type="http://schemas.openxmlformats.org/officeDocument/2006/relationships/slide" Target="../slides/slide26.xml"  /><Relationship Id="rId2" Type="http://schemas.openxmlformats.org/officeDocument/2006/relationships/notesMaster" Target="../notesMasters/notesMaster1.xml"  /></Relationships>
</file>

<file path=ppt/notesSlides/_rels/notesSlide27.xml.rels><?xml version="1.0" encoding="UTF-8" standalone="yes" ?><Relationships xmlns="http://schemas.openxmlformats.org/package/2006/relationships"><Relationship Id="rId1" Type="http://schemas.openxmlformats.org/officeDocument/2006/relationships/slide" Target="../slides/slide27.xml"  /><Relationship Id="rId2" Type="http://schemas.openxmlformats.org/officeDocument/2006/relationships/notesMaster" Target="../notesMasters/notesMaster1.xml"  /></Relationships>
</file>

<file path=ppt/notesSlides/_rels/notesSlide28.xml.rels><?xml version="1.0" encoding="UTF-8" standalone="yes" ?><Relationships xmlns="http://schemas.openxmlformats.org/package/2006/relationships"><Relationship Id="rId1" Type="http://schemas.openxmlformats.org/officeDocument/2006/relationships/slide" Target="../slides/slide28.xml"  /><Relationship Id="rId2" Type="http://schemas.openxmlformats.org/officeDocument/2006/relationships/notesMaster" Target="../notesMasters/notesMaster1.xml"  /></Relationships>
</file>

<file path=ppt/notesSlides/_rels/notesSlide29.xml.rels><?xml version="1.0" encoding="UTF-8" standalone="yes" ?><Relationships xmlns="http://schemas.openxmlformats.org/package/2006/relationships"><Relationship Id="rId1" Type="http://schemas.openxmlformats.org/officeDocument/2006/relationships/slide" Target="../slides/slide29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8b872573b1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8b872573b1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8b3994a781_0_255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8b3994a781_0_255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8b3994a781_0_2558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8b3994a781_0_255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8714"/>
      </p:ext>
    </p:extLst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8b3994a781_0_2558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8b3994a781_0_255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2894296"/>
      </p:ext>
    </p:extLst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8b3994a781_0_2558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8b3994a781_0_255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7959564"/>
      </p:ext>
    </p:extLst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8b3994a781_0_2558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8b3994a781_0_255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5678094"/>
      </p:ext>
    </p:extLst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8b3994a781_0_2558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8b3994a781_0_255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7608019"/>
      </p:ext>
    </p:extLst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8b872573b1_0_18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8b872573b1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7873997"/>
      </p:ext>
    </p:extLst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8b3994a781_0_2558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8b3994a781_0_255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8424287"/>
      </p:ext>
    </p:extLst>
  </p:cSld>
  <p:clrMapOvr>
    <a:masterClrMapping/>
  </p:clrMapOvr>
</p:notes>
</file>

<file path=ppt/notesSlides/notesSlide1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8b3994a781_0_2558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8b3994a781_0_255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5453474"/>
      </p:ext>
    </p:extLst>
  </p:cSld>
  <p:clrMapOvr>
    <a:masterClrMapping/>
  </p:clrMapOvr>
</p:notes>
</file>

<file path=ppt/notesSlides/notesSlide1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8b3994a781_0_2558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8b3994a781_0_255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761476"/>
      </p:ext>
    </p:extLst>
  </p:cSld>
  <p:clrMapOvr>
    <a:masterClrMapping/>
  </p:clrMapOvr>
</p:notes>
</file>

<file path=ppt/notesSlides/notesSlide1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8b3994a781_0_2558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8b3994a781_0_255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2801174"/>
      </p:ext>
    </p:extLst>
  </p:cSld>
  <p:clrMapOvr>
    <a:masterClrMapping/>
  </p:clrMapOvr>
</p:notes>
</file>

<file path=ppt/notesSlides/notesSlide1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8b3994a781_0_2558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8b3994a781_0_255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7546028"/>
      </p:ext>
    </p:extLst>
  </p:cSld>
  <p:clrMapOvr>
    <a:masterClrMapping/>
  </p:clrMapOvr>
</p:notes>
</file>

<file path=ppt/notesSlides/notesSlide1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8b3994a781_0_2558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8b3994a781_0_255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2913060"/>
      </p:ext>
    </p:extLst>
  </p:cSld>
  <p:clrMapOvr>
    <a:masterClrMapping/>
  </p:clrMapOvr>
</p:notes>
</file>

<file path=ppt/notesSlides/notesSlide1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8b872573b1_0_18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8b872573b1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61728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8d4cbd36da_4_314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8d4cbd36da_4_31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8b3994a781_0_2558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8b3994a781_0_255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6829471"/>
      </p:ext>
    </p:extLst>
  </p:cSld>
  <p:clrMapOvr>
    <a:masterClrMapping/>
  </p:clrMapOvr>
</p:notes>
</file>

<file path=ppt/notesSlides/notesSlide1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8d4cbd36da_4_31438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8d4cbd36da_4_314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7078031"/>
      </p:ext>
    </p:extLst>
  </p:cSld>
  <p:clrMapOvr>
    <a:masterClrMapping/>
  </p:clrMapOvr>
</p:notes>
</file>

<file path=ppt/notesSlides/notesSlide2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8b3994a781_0_2558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8b3994a781_0_255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4473073"/>
      </p:ext>
    </p:extLst>
  </p:cSld>
  <p:clrMapOvr>
    <a:masterClrMapping/>
  </p:clrMapOvr>
</p:notes>
</file>

<file path=ppt/notesSlides/notesSlide2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8b3994a781_0_2558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8b3994a781_0_255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2890960"/>
      </p:ext>
    </p:extLst>
  </p:cSld>
  <p:clrMapOvr>
    <a:masterClrMapping/>
  </p:clrMapOvr>
</p:notes>
</file>

<file path=ppt/notesSlides/notesSlide2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8b3994a781_0_2558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8b3994a781_0_255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6683843"/>
      </p:ext>
    </p:extLst>
  </p:cSld>
  <p:clrMapOvr>
    <a:masterClrMapping/>
  </p:clrMapOvr>
</p:notes>
</file>

<file path=ppt/notesSlides/notesSlide2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8b3994a781_0_2558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8b3994a781_0_255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2747134"/>
      </p:ext>
    </p:extLst>
  </p:cSld>
  <p:clrMapOvr>
    <a:masterClrMapping/>
  </p:clrMapOvr>
</p:notes>
</file>

<file path=ppt/notesSlides/notesSlide2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8b3994a781_0_2558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8b3994a781_0_255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5224488"/>
      </p:ext>
    </p:extLst>
  </p:cSld>
  <p:clrMapOvr>
    <a:masterClrMapping/>
  </p:clrMapOvr>
</p:notes>
</file>

<file path=ppt/notesSlides/notesSlide2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8b3994a781_0_2558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8b3994a781_0_255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1562574"/>
      </p:ext>
    </p:extLst>
  </p:cSld>
  <p:clrMapOvr>
    <a:masterClrMapping/>
  </p:clrMapOvr>
</p:notes>
</file>

<file path=ppt/notesSlides/notesSlide2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8b3994a781_0_2558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8b3994a781_0_255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9503550"/>
      </p:ext>
    </p:extLst>
  </p:cSld>
  <p:clrMapOvr>
    <a:masterClrMapping/>
  </p:clrMapOvr>
</p:notes>
</file>

<file path=ppt/notesSlides/notesSlide2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8b3994a781_0_2558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8b3994a781_0_255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0548341"/>
      </p:ext>
    </p:extLst>
  </p:cSld>
  <p:clrMapOvr>
    <a:masterClrMapping/>
  </p:clrMapOvr>
</p:notes>
</file>

<file path=ppt/notesSlides/notesSlide2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8b3994a781_0_2558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8b3994a781_0_255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9413892"/>
      </p:ext>
    </p:extLst>
  </p:cSld>
  <p:clrMapOvr>
    <a:masterClrMapping/>
  </p:clrMapOvr>
</p:notes>
</file>

<file path=ppt/notesSlides/notesSlide2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8d4cbd36da_4_31438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8d4cbd36da_4_314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6985207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7362284" y="1723643"/>
            <a:ext cx="1781706" cy="3419867"/>
            <a:chOff x="7397009" y="1731193"/>
            <a:chExt cx="1781706" cy="3419867"/>
          </a:xfrm>
        </p:grpSpPr>
        <p:sp>
          <p:nvSpPr>
            <p:cNvPr id="10" name="Google Shape;10;p2"/>
            <p:cNvSpPr/>
            <p:nvPr/>
          </p:nvSpPr>
          <p:spPr>
            <a:xfrm>
              <a:off x="7858529" y="1731193"/>
              <a:ext cx="1320185" cy="132176"/>
            </a:xfrm>
            <a:custGeom>
              <a:rect b="b" l="l" r="r" t="t"/>
              <a:pathLst>
                <a:path extrusionOk="0" h="1930" w="19277">
                  <a:moveTo>
                    <a:pt x="1" y="1"/>
                  </a:moveTo>
                  <a:lnTo>
                    <a:pt x="1" y="1930"/>
                  </a:lnTo>
                  <a:lnTo>
                    <a:pt x="19277" y="1930"/>
                  </a:lnTo>
                  <a:lnTo>
                    <a:pt x="1927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7784360" y="1950550"/>
              <a:ext cx="865993" cy="132176"/>
            </a:xfrm>
            <a:custGeom>
              <a:rect b="b" l="l" r="r" t="t"/>
              <a:pathLst>
                <a:path extrusionOk="0" h="1930" w="12645">
                  <a:moveTo>
                    <a:pt x="0" y="1"/>
                  </a:moveTo>
                  <a:lnTo>
                    <a:pt x="0" y="1929"/>
                  </a:lnTo>
                  <a:lnTo>
                    <a:pt x="12645" y="1929"/>
                  </a:lnTo>
                  <a:lnTo>
                    <a:pt x="1264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8855808" y="1950550"/>
              <a:ext cx="322907" cy="132176"/>
            </a:xfrm>
            <a:custGeom>
              <a:rect b="b" l="l" r="r" t="t"/>
              <a:pathLst>
                <a:path extrusionOk="0" h="1930" w="4715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45651" y="2169086"/>
              <a:ext cx="733063" cy="132998"/>
            </a:xfrm>
            <a:custGeom>
              <a:rect b="b" l="l" r="r" t="t"/>
              <a:pathLst>
                <a:path extrusionOk="0" h="1942" w="10704">
                  <a:moveTo>
                    <a:pt x="0" y="0"/>
                  </a:moveTo>
                  <a:lnTo>
                    <a:pt x="0" y="1941"/>
                  </a:lnTo>
                  <a:lnTo>
                    <a:pt x="10704" y="1941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738356" y="2388443"/>
              <a:ext cx="440359" cy="132929"/>
            </a:xfrm>
            <a:custGeom>
              <a:rect b="b" l="l" r="r" t="t"/>
              <a:pathLst>
                <a:path extrusionOk="0" h="1941" w="643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990637" y="2388443"/>
              <a:ext cx="597737" cy="132929"/>
            </a:xfrm>
            <a:custGeom>
              <a:rect b="b" l="l" r="r" t="t"/>
              <a:pathLst>
                <a:path extrusionOk="0" h="1941" w="8728">
                  <a:moveTo>
                    <a:pt x="1" y="0"/>
                  </a:moveTo>
                  <a:lnTo>
                    <a:pt x="1" y="1941"/>
                  </a:lnTo>
                  <a:lnTo>
                    <a:pt x="8728" y="1941"/>
                  </a:lnTo>
                  <a:lnTo>
                    <a:pt x="8728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683208" y="2607801"/>
              <a:ext cx="1495507" cy="132108"/>
            </a:xfrm>
            <a:custGeom>
              <a:rect b="b" l="l" r="r" t="t"/>
              <a:pathLst>
                <a:path extrusionOk="0" h="1929" w="21837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298888" y="2827090"/>
              <a:ext cx="879827" cy="132176"/>
            </a:xfrm>
            <a:custGeom>
              <a:rect b="b" l="l" r="r" t="t"/>
              <a:pathLst>
                <a:path extrusionOk="0" h="1930" w="12847">
                  <a:moveTo>
                    <a:pt x="0" y="1"/>
                  </a:moveTo>
                  <a:lnTo>
                    <a:pt x="0" y="1930"/>
                  </a:lnTo>
                  <a:lnTo>
                    <a:pt x="12847" y="1930"/>
                  </a:lnTo>
                  <a:lnTo>
                    <a:pt x="1284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855808" y="3046447"/>
              <a:ext cx="322907" cy="132176"/>
            </a:xfrm>
            <a:custGeom>
              <a:rect b="b" l="l" r="r" t="t"/>
              <a:pathLst>
                <a:path extrusionOk="0" h="1930" w="4715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784360" y="2169086"/>
              <a:ext cx="499050" cy="132998"/>
            </a:xfrm>
            <a:custGeom>
              <a:rect b="b" l="l" r="r" t="t"/>
              <a:pathLst>
                <a:path extrusionOk="0" h="1942" w="7287">
                  <a:moveTo>
                    <a:pt x="0" y="0"/>
                  </a:moveTo>
                  <a:lnTo>
                    <a:pt x="0" y="1941"/>
                  </a:lnTo>
                  <a:lnTo>
                    <a:pt x="7287" y="1941"/>
                  </a:lnTo>
                  <a:lnTo>
                    <a:pt x="72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020017" y="4142344"/>
              <a:ext cx="322975" cy="132176"/>
            </a:xfrm>
            <a:custGeom>
              <a:rect b="b" l="l" r="r" t="t"/>
              <a:pathLst>
                <a:path extrusionOk="0" h="1930" w="4716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7521789" y="4142344"/>
              <a:ext cx="322153" cy="132176"/>
            </a:xfrm>
            <a:custGeom>
              <a:rect b="b" l="l" r="r" t="t"/>
              <a:pathLst>
                <a:path extrusionOk="0" h="1930" w="4704">
                  <a:moveTo>
                    <a:pt x="0" y="1"/>
                  </a:moveTo>
                  <a:lnTo>
                    <a:pt x="0" y="1929"/>
                  </a:lnTo>
                  <a:lnTo>
                    <a:pt x="4703" y="1929"/>
                  </a:lnTo>
                  <a:lnTo>
                    <a:pt x="47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152056" y="3264983"/>
              <a:ext cx="1026659" cy="132998"/>
            </a:xfrm>
            <a:custGeom>
              <a:rect b="b" l="l" r="r" t="t"/>
              <a:pathLst>
                <a:path extrusionOk="0" h="1942" w="14991">
                  <a:moveTo>
                    <a:pt x="1" y="0"/>
                  </a:moveTo>
                  <a:lnTo>
                    <a:pt x="1" y="1941"/>
                  </a:lnTo>
                  <a:lnTo>
                    <a:pt x="14991" y="1941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784360" y="3484340"/>
              <a:ext cx="807301" cy="132929"/>
            </a:xfrm>
            <a:custGeom>
              <a:rect b="b" l="l" r="r" t="t"/>
              <a:pathLst>
                <a:path extrusionOk="0" h="1941" w="11788">
                  <a:moveTo>
                    <a:pt x="0" y="0"/>
                  </a:moveTo>
                  <a:lnTo>
                    <a:pt x="0" y="1941"/>
                  </a:lnTo>
                  <a:lnTo>
                    <a:pt x="11787" y="1941"/>
                  </a:lnTo>
                  <a:lnTo>
                    <a:pt x="117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738356" y="3484340"/>
              <a:ext cx="440359" cy="132929"/>
            </a:xfrm>
            <a:custGeom>
              <a:rect b="b" l="l" r="r" t="t"/>
              <a:pathLst>
                <a:path extrusionOk="0" h="1941" w="643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7931945" y="3046447"/>
              <a:ext cx="733063" cy="132176"/>
            </a:xfrm>
            <a:custGeom>
              <a:rect b="b" l="l" r="r" t="t"/>
              <a:pathLst>
                <a:path extrusionOk="0" h="1930" w="10704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445651" y="3703698"/>
              <a:ext cx="733063" cy="132108"/>
            </a:xfrm>
            <a:custGeom>
              <a:rect b="b" l="l" r="r" t="t"/>
              <a:pathLst>
                <a:path extrusionOk="0" h="1929" w="10704">
                  <a:moveTo>
                    <a:pt x="0" y="0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855808" y="3922987"/>
              <a:ext cx="322907" cy="132176"/>
            </a:xfrm>
            <a:custGeom>
              <a:rect b="b" l="l" r="r" t="t"/>
              <a:pathLst>
                <a:path extrusionOk="0" h="1930" w="4715">
                  <a:moveTo>
                    <a:pt x="0" y="1"/>
                  </a:moveTo>
                  <a:lnTo>
                    <a:pt x="0" y="1930"/>
                  </a:lnTo>
                  <a:lnTo>
                    <a:pt x="4715" y="1930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990637" y="3703698"/>
              <a:ext cx="322975" cy="132108"/>
            </a:xfrm>
            <a:custGeom>
              <a:rect b="b" l="l" r="r" t="t"/>
              <a:pathLst>
                <a:path extrusionOk="0" h="1929" w="4716">
                  <a:moveTo>
                    <a:pt x="1" y="0"/>
                  </a:moveTo>
                  <a:lnTo>
                    <a:pt x="1" y="1929"/>
                  </a:lnTo>
                  <a:lnTo>
                    <a:pt x="4715" y="1929"/>
                  </a:lnTo>
                  <a:lnTo>
                    <a:pt x="4715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8445651" y="4142344"/>
              <a:ext cx="733063" cy="132176"/>
            </a:xfrm>
            <a:custGeom>
              <a:rect b="b" l="l" r="r" t="t"/>
              <a:pathLst>
                <a:path extrusionOk="0" h="1930" w="10704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7858529" y="3922987"/>
              <a:ext cx="862774" cy="132176"/>
            </a:xfrm>
            <a:custGeom>
              <a:rect b="b" l="l" r="r" t="t"/>
              <a:pathLst>
                <a:path extrusionOk="0" h="1930" w="12598">
                  <a:moveTo>
                    <a:pt x="1" y="1"/>
                  </a:moveTo>
                  <a:lnTo>
                    <a:pt x="1" y="1930"/>
                  </a:lnTo>
                  <a:lnTo>
                    <a:pt x="12598" y="1930"/>
                  </a:lnTo>
                  <a:lnTo>
                    <a:pt x="1259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7683208" y="4361702"/>
              <a:ext cx="1495507" cy="132176"/>
            </a:xfrm>
            <a:custGeom>
              <a:rect b="b" l="l" r="r" t="t"/>
              <a:pathLst>
                <a:path extrusionOk="0" h="1930" w="21837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767736" y="4580237"/>
              <a:ext cx="410978" cy="132929"/>
            </a:xfrm>
            <a:custGeom>
              <a:rect b="b" l="l" r="r" t="t"/>
              <a:pathLst>
                <a:path extrusionOk="0" h="1941" w="6001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7814494" y="4580237"/>
              <a:ext cx="773880" cy="132929"/>
            </a:xfrm>
            <a:custGeom>
              <a:rect b="b" l="l" r="r" t="t"/>
              <a:pathLst>
                <a:path extrusionOk="0" h="1941" w="1130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7397009" y="4799526"/>
              <a:ext cx="833394" cy="132998"/>
            </a:xfrm>
            <a:custGeom>
              <a:rect b="b" l="l" r="r" t="t"/>
              <a:pathLst>
                <a:path extrusionOk="0" h="1942" w="12169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8382851" y="4799526"/>
              <a:ext cx="795864" cy="132998"/>
            </a:xfrm>
            <a:custGeom>
              <a:rect b="b" l="l" r="r" t="t"/>
              <a:pathLst>
                <a:path extrusionOk="0" h="1942" w="11621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064053" y="5018884"/>
              <a:ext cx="1114662" cy="132176"/>
            </a:xfrm>
            <a:custGeom>
              <a:rect b="b" l="l" r="r" t="t"/>
              <a:pathLst>
                <a:path extrusionOk="0" h="1930" w="16276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" name="Google Shape;37;p2"/>
          <p:cNvSpPr/>
          <p:nvPr/>
        </p:nvSpPr>
        <p:spPr>
          <a:xfrm>
            <a:off x="1962382" y="0"/>
            <a:ext cx="2721868" cy="387420"/>
          </a:xfrm>
          <a:custGeom>
            <a:rect b="b" l="l" r="r" t="t"/>
            <a:pathLst>
              <a:path extrusionOk="0" h="5657" w="39744">
                <a:moveTo>
                  <a:pt x="1" y="1"/>
                </a:moveTo>
                <a:lnTo>
                  <a:pt x="1" y="5656"/>
                </a:lnTo>
                <a:lnTo>
                  <a:pt x="39744" y="5656"/>
                </a:lnTo>
                <a:lnTo>
                  <a:pt x="3974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873813" y="0"/>
            <a:ext cx="664647" cy="387420"/>
          </a:xfrm>
          <a:custGeom>
            <a:rect b="b" l="l" r="r" t="t"/>
            <a:pathLst>
              <a:path extrusionOk="0" h="5657" w="9705">
                <a:moveTo>
                  <a:pt x="1" y="1"/>
                </a:moveTo>
                <a:lnTo>
                  <a:pt x="1" y="5656"/>
                </a:lnTo>
                <a:lnTo>
                  <a:pt x="9704" y="5656"/>
                </a:lnTo>
                <a:lnTo>
                  <a:pt x="970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1049134" y="938616"/>
            <a:ext cx="212098" cy="385776"/>
          </a:xfrm>
          <a:custGeom>
            <a:rect b="b" l="l" r="r" t="t"/>
            <a:pathLst>
              <a:path extrusionOk="0" h="5633" w="3097">
                <a:moveTo>
                  <a:pt x="2239" y="1"/>
                </a:moveTo>
                <a:lnTo>
                  <a:pt x="1" y="5275"/>
                </a:lnTo>
                <a:lnTo>
                  <a:pt x="846" y="5633"/>
                </a:lnTo>
                <a:lnTo>
                  <a:pt x="3096" y="370"/>
                </a:lnTo>
                <a:lnTo>
                  <a:pt x="223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873813" y="1008745"/>
            <a:ext cx="167240" cy="245519"/>
          </a:xfrm>
          <a:custGeom>
            <a:rect b="b" l="l" r="r" t="t"/>
            <a:pathLst>
              <a:path extrusionOk="0" h="3585" w="2442">
                <a:moveTo>
                  <a:pt x="1787" y="1"/>
                </a:moveTo>
                <a:lnTo>
                  <a:pt x="1" y="1787"/>
                </a:lnTo>
                <a:lnTo>
                  <a:pt x="1787" y="3585"/>
                </a:lnTo>
                <a:lnTo>
                  <a:pt x="2442" y="2930"/>
                </a:lnTo>
                <a:lnTo>
                  <a:pt x="1299" y="1787"/>
                </a:lnTo>
                <a:lnTo>
                  <a:pt x="2442" y="656"/>
                </a:lnTo>
                <a:lnTo>
                  <a:pt x="178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1268492" y="1008745"/>
            <a:ext cx="168062" cy="245519"/>
          </a:xfrm>
          <a:custGeom>
            <a:rect b="b" l="l" r="r" t="t"/>
            <a:pathLst>
              <a:path extrusionOk="0" h="3585" w="2454">
                <a:moveTo>
                  <a:pt x="655" y="1"/>
                </a:moveTo>
                <a:lnTo>
                  <a:pt x="0" y="656"/>
                </a:lnTo>
                <a:lnTo>
                  <a:pt x="1143" y="1787"/>
                </a:lnTo>
                <a:lnTo>
                  <a:pt x="0" y="2930"/>
                </a:lnTo>
                <a:lnTo>
                  <a:pt x="655" y="3585"/>
                </a:lnTo>
                <a:lnTo>
                  <a:pt x="2453" y="1787"/>
                </a:lnTo>
                <a:lnTo>
                  <a:pt x="65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3516020" y="4983597"/>
            <a:ext cx="1054395" cy="159912"/>
          </a:xfrm>
          <a:custGeom>
            <a:rect b="b" l="l" r="r" t="t"/>
            <a:pathLst>
              <a:path extrusionOk="0" h="2335" w="15396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1160341" y="4983597"/>
            <a:ext cx="2152689" cy="159912"/>
          </a:xfrm>
          <a:custGeom>
            <a:rect b="b" l="l" r="r" t="t"/>
            <a:pathLst>
              <a:path extrusionOk="0" h="2335" w="31433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1805333" y="4452017"/>
            <a:ext cx="3750923" cy="160666"/>
          </a:xfrm>
          <a:custGeom>
            <a:rect b="b" l="l" r="r" t="t"/>
            <a:pathLst>
              <a:path extrusionOk="0" h="2346" w="54770">
                <a:moveTo>
                  <a:pt x="0" y="0"/>
                </a:moveTo>
                <a:lnTo>
                  <a:pt x="0" y="2346"/>
                </a:lnTo>
                <a:lnTo>
                  <a:pt x="54769" y="2346"/>
                </a:lnTo>
                <a:lnTo>
                  <a:pt x="5476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0" y="4452017"/>
            <a:ext cx="1490645" cy="160666"/>
          </a:xfrm>
          <a:custGeom>
            <a:rect b="b" l="l" r="r" t="t"/>
            <a:pathLst>
              <a:path extrusionOk="0" h="2346" w="21766">
                <a:moveTo>
                  <a:pt x="1" y="0"/>
                </a:moveTo>
                <a:lnTo>
                  <a:pt x="1" y="2346"/>
                </a:lnTo>
                <a:lnTo>
                  <a:pt x="21765" y="2346"/>
                </a:lnTo>
                <a:lnTo>
                  <a:pt x="2176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596093" y="4717807"/>
            <a:ext cx="3218453" cy="160734"/>
          </a:xfrm>
          <a:custGeom>
            <a:rect b="b" l="l" r="r" t="t"/>
            <a:pathLst>
              <a:path extrusionOk="0" h="2347" w="46995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0" y="4717807"/>
            <a:ext cx="364546" cy="160734"/>
          </a:xfrm>
          <a:custGeom>
            <a:rect b="b" l="l" r="r" t="t"/>
            <a:pathLst>
              <a:path extrusionOk="0" h="2347" w="5323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0" y="4983597"/>
            <a:ext cx="828532" cy="159912"/>
          </a:xfrm>
          <a:custGeom>
            <a:rect b="b" l="l" r="r" t="t"/>
            <a:pathLst>
              <a:path extrusionOk="0" h="2335" w="12098">
                <a:moveTo>
                  <a:pt x="1" y="1"/>
                </a:moveTo>
                <a:lnTo>
                  <a:pt x="1" y="2335"/>
                </a:lnTo>
                <a:lnTo>
                  <a:pt x="12098" y="2335"/>
                </a:lnTo>
                <a:lnTo>
                  <a:pt x="1209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 txBox="1"/>
          <p:nvPr>
            <p:ph type="ctrTitle"/>
          </p:nvPr>
        </p:nvSpPr>
        <p:spPr>
          <a:xfrm>
            <a:off x="718575" y="1369045"/>
            <a:ext cx="8520600" cy="19104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400"/>
              <a:buNone/>
              <a:defRPr sz="7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9pPr>
          </a:lstStyle>
          <a:p/>
        </p:txBody>
      </p:sp>
      <p:sp>
        <p:nvSpPr>
          <p:cNvPr id="50" name="Google Shape;50;p2"/>
          <p:cNvSpPr txBox="1"/>
          <p:nvPr>
            <p:ph idx="1" type="subTitle"/>
          </p:nvPr>
        </p:nvSpPr>
        <p:spPr>
          <a:xfrm>
            <a:off x="769050" y="33961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!">
  <p:cSld name="CUSTOM_13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/>
          <p:nvPr/>
        </p:nvSpPr>
        <p:spPr>
          <a:xfrm>
            <a:off x="0" y="4357775"/>
            <a:ext cx="6633906" cy="785368"/>
          </a:xfrm>
          <a:custGeom>
            <a:rect b="b" l="l" r="r" t="t"/>
            <a:pathLst>
              <a:path extrusionOk="0" h="16396" w="17241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8355575" y="4357775"/>
            <a:ext cx="788431" cy="785368"/>
          </a:xfrm>
          <a:custGeom>
            <a:rect b="b" l="l" r="r" t="t"/>
            <a:pathLst>
              <a:path extrusionOk="0" h="16396" w="17241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1923700" y="0"/>
            <a:ext cx="7220221" cy="2724140"/>
          </a:xfrm>
          <a:custGeom>
            <a:rect b="b" l="l" r="r" t="t"/>
            <a:pathLst>
              <a:path extrusionOk="0" h="24170" w="52686">
                <a:moveTo>
                  <a:pt x="1" y="0"/>
                </a:moveTo>
                <a:lnTo>
                  <a:pt x="1" y="24170"/>
                </a:lnTo>
                <a:lnTo>
                  <a:pt x="52686" y="24170"/>
                </a:lnTo>
                <a:lnTo>
                  <a:pt x="5268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 txBox="1"/>
          <p:nvPr>
            <p:ph type="title"/>
          </p:nvPr>
        </p:nvSpPr>
        <p:spPr>
          <a:xfrm>
            <a:off x="2951850" y="700250"/>
            <a:ext cx="3240300" cy="6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43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" name="Google Shape;56;p3"/>
          <p:cNvSpPr txBox="1"/>
          <p:nvPr>
            <p:ph idx="1" type="subTitle"/>
          </p:nvPr>
        </p:nvSpPr>
        <p:spPr>
          <a:xfrm>
            <a:off x="2951850" y="1515875"/>
            <a:ext cx="3240300" cy="1208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7" name="Google Shape;57;p3"/>
          <p:cNvSpPr txBox="1"/>
          <p:nvPr/>
        </p:nvSpPr>
        <p:spPr>
          <a:xfrm>
            <a:off x="2510100" y="3306950"/>
            <a:ext cx="4123800" cy="9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CREDITS: This presentation template was created by Slidesgo, incluiding icons by Flaticon, and infographics &amp; images by Freepik.</a:t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7377200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3570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6810278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6896029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8105579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4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6739789" y="3268775"/>
            <a:ext cx="1104128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18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10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1299972" y="1500450"/>
            <a:ext cx="490621" cy="356872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/>
          <p:nvPr/>
        </p:nvSpPr>
        <p:spPr>
          <a:xfrm>
            <a:off x="0" y="3268775"/>
            <a:ext cx="667651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7960123" y="323033"/>
            <a:ext cx="1183740" cy="355315"/>
          </a:xfrm>
          <a:custGeom>
            <a:rect b="b" l="l" r="r" t="t"/>
            <a:pathLst>
              <a:path extrusionOk="0" h="2763" w="9205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7173125" y="912516"/>
            <a:ext cx="1970757" cy="355315"/>
          </a:xfrm>
          <a:custGeom>
            <a:rect b="b" l="l" r="r" t="t"/>
            <a:pathLst>
              <a:path extrusionOk="0" h="2763" w="15325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7173125" y="2089940"/>
            <a:ext cx="1970757" cy="356858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0" y="2089940"/>
            <a:ext cx="552969" cy="356858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8773245" y="1500456"/>
            <a:ext cx="370618" cy="356858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8039723" y="3268778"/>
            <a:ext cx="1104138" cy="355443"/>
          </a:xfrm>
          <a:custGeom>
            <a:rect b="b" l="l" r="r" t="t"/>
            <a:pathLst>
              <a:path extrusionOk="0" h="2764" w="8586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7555951" y="3858262"/>
            <a:ext cx="1587922" cy="355315"/>
          </a:xfrm>
          <a:custGeom>
            <a:rect b="b" l="l" r="r" t="t"/>
            <a:pathLst>
              <a:path extrusionOk="0" h="2763" w="12348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0" y="4446202"/>
            <a:ext cx="1183740" cy="356858"/>
          </a:xfrm>
          <a:custGeom>
            <a:rect b="b" l="l" r="r" t="t"/>
            <a:pathLst>
              <a:path extrusionOk="0" h="2775" w="9205">
                <a:moveTo>
                  <a:pt x="1" y="1"/>
                </a:moveTo>
                <a:lnTo>
                  <a:pt x="1" y="2775"/>
                </a:lnTo>
                <a:lnTo>
                  <a:pt x="9204" y="2775"/>
                </a:lnTo>
                <a:lnTo>
                  <a:pt x="9204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0" y="3858262"/>
            <a:ext cx="1970757" cy="355315"/>
          </a:xfrm>
          <a:custGeom>
            <a:rect b="b" l="l" r="r" t="t"/>
            <a:pathLst>
              <a:path extrusionOk="0" h="2763" w="15325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2325759" y="3858262"/>
            <a:ext cx="866747" cy="355315"/>
          </a:xfrm>
          <a:custGeom>
            <a:rect b="b" l="l" r="r" t="t"/>
            <a:pathLst>
              <a:path extrusionOk="0" h="2763" w="6740">
                <a:moveTo>
                  <a:pt x="1" y="1"/>
                </a:moveTo>
                <a:lnTo>
                  <a:pt x="1" y="2763"/>
                </a:lnTo>
                <a:lnTo>
                  <a:pt x="6739" y="2763"/>
                </a:lnTo>
                <a:lnTo>
                  <a:pt x="6739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0" y="2679300"/>
            <a:ext cx="1485912" cy="355450"/>
          </a:xfrm>
          <a:custGeom>
            <a:rect b="b" l="l" r="r" t="t"/>
            <a:pathLst>
              <a:path extrusionOk="0" h="2764" w="15325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896262" y="3268778"/>
            <a:ext cx="370618" cy="355443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0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359324" y="912525"/>
            <a:ext cx="1228595" cy="355301"/>
          </a:xfrm>
          <a:custGeom>
            <a:rect b="b" l="l" r="r" t="t"/>
            <a:pathLst>
              <a:path extrusionOk="0" h="2763" w="12348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5395565" y="323033"/>
            <a:ext cx="2171240" cy="355315"/>
          </a:xfrm>
          <a:custGeom>
            <a:rect b="b" l="l" r="r" t="t"/>
            <a:pathLst>
              <a:path extrusionOk="0" h="2763" w="16884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5729396" y="3858262"/>
            <a:ext cx="1600139" cy="355315"/>
          </a:xfrm>
          <a:custGeom>
            <a:rect b="b" l="l" r="r" t="t"/>
            <a:pathLst>
              <a:path extrusionOk="0" h="2763" w="12443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1577072" y="4446200"/>
            <a:ext cx="3118770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 txBox="1"/>
          <p:nvPr>
            <p:ph type="title"/>
          </p:nvPr>
        </p:nvSpPr>
        <p:spPr>
          <a:xfrm>
            <a:off x="454800" y="2714625"/>
            <a:ext cx="8425200" cy="447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7" name="Google Shape;87;p4"/>
          <p:cNvSpPr txBox="1"/>
          <p:nvPr>
            <p:ph hasCustomPrompt="1" idx="2" type="title"/>
          </p:nvPr>
        </p:nvSpPr>
        <p:spPr>
          <a:xfrm>
            <a:off x="454800" y="2150850"/>
            <a:ext cx="8425200" cy="489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8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/>
          <p:nvPr/>
        </p:nvSpPr>
        <p:spPr>
          <a:xfrm>
            <a:off x="0" y="1515825"/>
            <a:ext cx="2943127" cy="241405"/>
          </a:xfrm>
          <a:custGeom>
            <a:rect b="b" l="l" r="r" t="t"/>
            <a:pathLst>
              <a:path extrusionOk="0" h="5859" w="146079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 txBox="1"/>
          <p:nvPr>
            <p:ph idx="1" type="body"/>
          </p:nvPr>
        </p:nvSpPr>
        <p:spPr>
          <a:xfrm>
            <a:off x="609499" y="1973025"/>
            <a:ext cx="3512700" cy="21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2pPr>
            <a:lvl3pPr indent="-330200" lvl="2" marL="1371600" rtl="0"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3pPr>
            <a:lvl4pPr indent="-330200" lvl="3" marL="1828800" rtl="0"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4pPr>
            <a:lvl5pPr indent="-330200" lvl="4" marL="2286000" rtl="0"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5pPr>
            <a:lvl6pPr indent="-330200" lvl="5" marL="2743200" rtl="0"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6pPr>
            <a:lvl7pPr indent="-330200" lvl="6" marL="3200400" rtl="0"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7pPr>
            <a:lvl8pPr indent="-330200" lvl="7" marL="3657600" rtl="0"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8pPr>
            <a:lvl9pPr indent="-330200" lvl="8" marL="4114800" rtl="0">
              <a:spcBef>
                <a:spcPts val="1600"/>
              </a:spcBef>
              <a:spcAft>
                <a:spcPts val="1600"/>
              </a:spcAft>
              <a:buSzPts val="1600"/>
              <a:buFont typeface="Nunito Light"/>
              <a:buChar char="■"/>
              <a:defRPr sz="1600"/>
            </a:lvl9pPr>
          </a:lstStyle>
          <a:p/>
        </p:txBody>
      </p:sp>
      <p:sp>
        <p:nvSpPr>
          <p:cNvPr id="91" name="Google Shape;91;p5"/>
          <p:cNvSpPr txBox="1"/>
          <p:nvPr>
            <p:ph type="title"/>
          </p:nvPr>
        </p:nvSpPr>
        <p:spPr>
          <a:xfrm>
            <a:off x="560825" y="1168325"/>
            <a:ext cx="3561300" cy="6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94" name="Google Shape;94;p6"/>
          <p:cNvSpPr txBox="1"/>
          <p:nvPr>
            <p:ph idx="1" type="subTitle"/>
          </p:nvPr>
        </p:nvSpPr>
        <p:spPr>
          <a:xfrm>
            <a:off x="2773575" y="3109000"/>
            <a:ext cx="2226600" cy="8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" name="Google Shape;95;p6"/>
          <p:cNvSpPr txBox="1"/>
          <p:nvPr>
            <p:ph idx="2" type="title"/>
          </p:nvPr>
        </p:nvSpPr>
        <p:spPr>
          <a:xfrm>
            <a:off x="2646050" y="2523698"/>
            <a:ext cx="2481300" cy="524400"/>
          </a:xfrm>
          <a:prstGeom prst="rect">
            <a:avLst/>
          </a:prstGeom>
          <a:solidFill>
            <a:schemeClr val="dk2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96" name="Google Shape;96;p6"/>
          <p:cNvSpPr txBox="1"/>
          <p:nvPr>
            <p:ph idx="3" type="subTitle"/>
          </p:nvPr>
        </p:nvSpPr>
        <p:spPr>
          <a:xfrm>
            <a:off x="6070225" y="3109000"/>
            <a:ext cx="2226600" cy="8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6"/>
          <p:cNvSpPr txBox="1"/>
          <p:nvPr>
            <p:ph idx="4" type="title"/>
          </p:nvPr>
        </p:nvSpPr>
        <p:spPr>
          <a:xfrm>
            <a:off x="5942650" y="2523676"/>
            <a:ext cx="2481300" cy="524400"/>
          </a:xfrm>
          <a:prstGeom prst="rect">
            <a:avLst/>
          </a:prstGeom>
          <a:solidFill>
            <a:schemeClr val="lt2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98" name="Google Shape;98;p6"/>
          <p:cNvSpPr/>
          <p:nvPr/>
        </p:nvSpPr>
        <p:spPr>
          <a:xfrm flipH="1">
            <a:off x="7772389" y="0"/>
            <a:ext cx="1371614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03" name="Google Shape;103;p8"/>
          <p:cNvSpPr txBox="1"/>
          <p:nvPr>
            <p:ph idx="1" type="subTitle"/>
          </p:nvPr>
        </p:nvSpPr>
        <p:spPr>
          <a:xfrm flipH="1">
            <a:off x="1456725" y="1617100"/>
            <a:ext cx="1960800" cy="103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8"/>
          <p:cNvSpPr/>
          <p:nvPr/>
        </p:nvSpPr>
        <p:spPr>
          <a:xfrm>
            <a:off x="0" y="2689849"/>
            <a:ext cx="2770896" cy="1033530"/>
          </a:xfrm>
          <a:custGeom>
            <a:rect b="b" l="l" r="r" t="t"/>
            <a:pathLst>
              <a:path extrusionOk="0" h="5847" w="106491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8"/>
          <p:cNvSpPr/>
          <p:nvPr/>
        </p:nvSpPr>
        <p:spPr>
          <a:xfrm>
            <a:off x="0" y="0"/>
            <a:ext cx="1278158" cy="442823"/>
          </a:xfrm>
          <a:custGeom>
            <a:rect b="b" l="l" r="r" t="t"/>
            <a:pathLst>
              <a:path extrusionOk="0" h="5847" w="106491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dea principal">
  <p:cSld name="MAIN_POINT_1">
    <p:bg>
      <p:bgPr>
        <a:solidFill>
          <a:schemeClr val="dk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"/>
          <p:cNvSpPr/>
          <p:nvPr/>
        </p:nvSpPr>
        <p:spPr>
          <a:xfrm flipH="1">
            <a:off x="27" y="323033"/>
            <a:ext cx="1183740" cy="355315"/>
          </a:xfrm>
          <a:custGeom>
            <a:rect b="b" l="l" r="r" t="t"/>
            <a:pathLst>
              <a:path extrusionOk="0" h="2763" w="9205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9"/>
          <p:cNvSpPr/>
          <p:nvPr/>
        </p:nvSpPr>
        <p:spPr>
          <a:xfrm flipH="1">
            <a:off x="3" y="912525"/>
            <a:ext cx="3076570" cy="355301"/>
          </a:xfrm>
          <a:custGeom>
            <a:rect b="b" l="l" r="r" t="t"/>
            <a:pathLst>
              <a:path extrusionOk="0" h="2763" w="15325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9"/>
          <p:cNvSpPr/>
          <p:nvPr/>
        </p:nvSpPr>
        <p:spPr>
          <a:xfrm flipH="1">
            <a:off x="-4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9"/>
          <p:cNvSpPr/>
          <p:nvPr/>
        </p:nvSpPr>
        <p:spPr>
          <a:xfrm flipH="1">
            <a:off x="67151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9"/>
          <p:cNvSpPr/>
          <p:nvPr/>
        </p:nvSpPr>
        <p:spPr>
          <a:xfrm flipH="1">
            <a:off x="1229469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9"/>
          <p:cNvSpPr/>
          <p:nvPr/>
        </p:nvSpPr>
        <p:spPr>
          <a:xfrm flipH="1">
            <a:off x="66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9"/>
          <p:cNvSpPr/>
          <p:nvPr/>
        </p:nvSpPr>
        <p:spPr>
          <a:xfrm flipH="1">
            <a:off x="23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9"/>
          <p:cNvSpPr/>
          <p:nvPr/>
        </p:nvSpPr>
        <p:spPr>
          <a:xfrm flipH="1">
            <a:off x="29" y="3268778"/>
            <a:ext cx="1104138" cy="355443"/>
          </a:xfrm>
          <a:custGeom>
            <a:rect b="b" l="l" r="r" t="t"/>
            <a:pathLst>
              <a:path extrusionOk="0" h="2764" w="8586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9"/>
          <p:cNvSpPr/>
          <p:nvPr/>
        </p:nvSpPr>
        <p:spPr>
          <a:xfrm flipH="1">
            <a:off x="1299941" y="3268775"/>
            <a:ext cx="490759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9"/>
          <p:cNvSpPr/>
          <p:nvPr/>
        </p:nvSpPr>
        <p:spPr>
          <a:xfrm flipH="1">
            <a:off x="13" y="3858250"/>
            <a:ext cx="1457311" cy="355322"/>
          </a:xfrm>
          <a:custGeom>
            <a:rect b="b" l="l" r="r" t="t"/>
            <a:pathLst>
              <a:path extrusionOk="0" h="2763" w="12348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9"/>
          <p:cNvSpPr/>
          <p:nvPr/>
        </p:nvSpPr>
        <p:spPr>
          <a:xfrm flipH="1">
            <a:off x="7377202" y="3858250"/>
            <a:ext cx="1766704" cy="355322"/>
          </a:xfrm>
          <a:custGeom>
            <a:rect b="b" l="l" r="r" t="t"/>
            <a:pathLst>
              <a:path extrusionOk="0" h="2763" w="15325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9"/>
          <p:cNvSpPr/>
          <p:nvPr/>
        </p:nvSpPr>
        <p:spPr>
          <a:xfrm flipH="1">
            <a:off x="7488607" y="2679300"/>
            <a:ext cx="1655292" cy="355450"/>
          </a:xfrm>
          <a:custGeom>
            <a:rect b="b" l="l" r="r" t="t"/>
            <a:pathLst>
              <a:path extrusionOk="0" h="2764" w="15325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9"/>
          <p:cNvSpPr/>
          <p:nvPr/>
        </p:nvSpPr>
        <p:spPr>
          <a:xfrm flipH="1">
            <a:off x="8105584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9"/>
          <p:cNvSpPr/>
          <p:nvPr/>
        </p:nvSpPr>
        <p:spPr>
          <a:xfrm flipH="1">
            <a:off x="8039752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9"/>
          <p:cNvSpPr/>
          <p:nvPr/>
        </p:nvSpPr>
        <p:spPr>
          <a:xfrm flipH="1">
            <a:off x="5478250" y="1500456"/>
            <a:ext cx="2365680" cy="356858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"/>
          <p:cNvSpPr/>
          <p:nvPr/>
        </p:nvSpPr>
        <p:spPr>
          <a:xfrm flipH="1">
            <a:off x="6896105" y="912525"/>
            <a:ext cx="2247799" cy="355301"/>
          </a:xfrm>
          <a:custGeom>
            <a:rect b="b" l="l" r="r" t="t"/>
            <a:pathLst>
              <a:path extrusionOk="0" h="2763" w="12348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9"/>
          <p:cNvSpPr/>
          <p:nvPr/>
        </p:nvSpPr>
        <p:spPr>
          <a:xfrm flipH="1">
            <a:off x="3895732" y="323025"/>
            <a:ext cx="4819643" cy="355322"/>
          </a:xfrm>
          <a:custGeom>
            <a:rect b="b" l="l" r="r" t="t"/>
            <a:pathLst>
              <a:path extrusionOk="0" h="2763" w="18087">
                <a:moveTo>
                  <a:pt x="1" y="0"/>
                </a:moveTo>
                <a:lnTo>
                  <a:pt x="1" y="2762"/>
                </a:lnTo>
                <a:lnTo>
                  <a:pt x="18087" y="2762"/>
                </a:lnTo>
                <a:lnTo>
                  <a:pt x="18087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9"/>
          <p:cNvSpPr/>
          <p:nvPr/>
        </p:nvSpPr>
        <p:spPr>
          <a:xfrm flipH="1">
            <a:off x="2611243" y="4446200"/>
            <a:ext cx="6532757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9"/>
          <p:cNvSpPr/>
          <p:nvPr/>
        </p:nvSpPr>
        <p:spPr>
          <a:xfrm>
            <a:off x="2094068" y="1123143"/>
            <a:ext cx="4955589" cy="3012341"/>
          </a:xfrm>
          <a:custGeom>
            <a:rect b="b" l="l" r="r" t="t"/>
            <a:pathLst>
              <a:path extrusionOk="0" h="92191" w="151663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9"/>
          <p:cNvSpPr/>
          <p:nvPr/>
        </p:nvSpPr>
        <p:spPr>
          <a:xfrm>
            <a:off x="4277738" y="1545725"/>
            <a:ext cx="191018" cy="298421"/>
          </a:xfrm>
          <a:custGeom>
            <a:rect b="b" l="l" r="r" t="t"/>
            <a:pathLst>
              <a:path extrusionOk="0" h="9133" w="5846">
                <a:moveTo>
                  <a:pt x="4560" y="1"/>
                </a:moveTo>
                <a:lnTo>
                  <a:pt x="0" y="4573"/>
                </a:lnTo>
                <a:lnTo>
                  <a:pt x="4560" y="9133"/>
                </a:lnTo>
                <a:lnTo>
                  <a:pt x="5846" y="7847"/>
                </a:lnTo>
                <a:lnTo>
                  <a:pt x="2572" y="4573"/>
                </a:lnTo>
                <a:lnTo>
                  <a:pt x="5846" y="1287"/>
                </a:lnTo>
                <a:lnTo>
                  <a:pt x="456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9"/>
          <p:cNvSpPr/>
          <p:nvPr/>
        </p:nvSpPr>
        <p:spPr>
          <a:xfrm>
            <a:off x="4674543" y="1545725"/>
            <a:ext cx="191443" cy="298421"/>
          </a:xfrm>
          <a:custGeom>
            <a:rect b="b" l="l" r="r" t="t"/>
            <a:pathLst>
              <a:path extrusionOk="0" h="9133" w="5859">
                <a:moveTo>
                  <a:pt x="1286" y="1"/>
                </a:moveTo>
                <a:lnTo>
                  <a:pt x="0" y="1287"/>
                </a:lnTo>
                <a:lnTo>
                  <a:pt x="3287" y="4573"/>
                </a:lnTo>
                <a:lnTo>
                  <a:pt x="0" y="7847"/>
                </a:lnTo>
                <a:lnTo>
                  <a:pt x="1286" y="9133"/>
                </a:lnTo>
                <a:lnTo>
                  <a:pt x="5858" y="4573"/>
                </a:lnTo>
                <a:lnTo>
                  <a:pt x="128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9"/>
          <p:cNvSpPr/>
          <p:nvPr/>
        </p:nvSpPr>
        <p:spPr>
          <a:xfrm>
            <a:off x="4508031" y="1516154"/>
            <a:ext cx="127236" cy="357955"/>
          </a:xfrm>
          <a:custGeom>
            <a:rect b="b" l="l" r="r" t="t"/>
            <a:pathLst>
              <a:path extrusionOk="0" h="10955" w="3894">
                <a:moveTo>
                  <a:pt x="2108" y="1"/>
                </a:moveTo>
                <a:lnTo>
                  <a:pt x="1" y="10597"/>
                </a:lnTo>
                <a:lnTo>
                  <a:pt x="1786" y="10955"/>
                </a:lnTo>
                <a:lnTo>
                  <a:pt x="3894" y="358"/>
                </a:lnTo>
                <a:lnTo>
                  <a:pt x="210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9"/>
          <p:cNvSpPr/>
          <p:nvPr/>
        </p:nvSpPr>
        <p:spPr>
          <a:xfrm flipH="1">
            <a:off x="1647812" y="3858250"/>
            <a:ext cx="1766688" cy="355322"/>
          </a:xfrm>
          <a:custGeom>
            <a:rect b="b" l="l" r="r" t="t"/>
            <a:pathLst>
              <a:path extrusionOk="0" h="2763" w="12443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"/>
          <p:cNvSpPr/>
          <p:nvPr/>
        </p:nvSpPr>
        <p:spPr>
          <a:xfrm flipH="1">
            <a:off x="6667517" y="3268775"/>
            <a:ext cx="1246883" cy="355450"/>
          </a:xfrm>
          <a:custGeom>
            <a:rect b="b" l="l" r="r" t="t"/>
            <a:pathLst>
              <a:path extrusionOk="0" h="2764" w="18027">
                <a:moveTo>
                  <a:pt x="1" y="1"/>
                </a:moveTo>
                <a:lnTo>
                  <a:pt x="1" y="2763"/>
                </a:lnTo>
                <a:lnTo>
                  <a:pt x="18027" y="2763"/>
                </a:lnTo>
                <a:lnTo>
                  <a:pt x="1802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9"/>
          <p:cNvSpPr/>
          <p:nvPr/>
        </p:nvSpPr>
        <p:spPr>
          <a:xfrm flipH="1">
            <a:off x="5729417" y="912525"/>
            <a:ext cx="985703" cy="355301"/>
          </a:xfrm>
          <a:custGeom>
            <a:rect b="b" l="l" r="r" t="t"/>
            <a:pathLst>
              <a:path extrusionOk="0" h="2763" w="12443">
                <a:moveTo>
                  <a:pt x="1" y="0"/>
                </a:moveTo>
                <a:lnTo>
                  <a:pt x="1" y="2762"/>
                </a:lnTo>
                <a:lnTo>
                  <a:pt x="12443" y="2762"/>
                </a:lnTo>
                <a:lnTo>
                  <a:pt x="1244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 flipH="1">
            <a:off x="2521800" y="2340324"/>
            <a:ext cx="4100400" cy="8085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verpass Mono"/>
              <a:buNone/>
              <a:defRPr b="1" sz="160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3" name="Google Shape;133;p9"/>
          <p:cNvSpPr txBox="1"/>
          <p:nvPr>
            <p:ph type="title"/>
          </p:nvPr>
        </p:nvSpPr>
        <p:spPr>
          <a:xfrm>
            <a:off x="2521800" y="3221225"/>
            <a:ext cx="41004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0" sz="22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"/>
          <p:cNvSpPr txBox="1"/>
          <p:nvPr>
            <p:ph idx="1" type="subTitle"/>
          </p:nvPr>
        </p:nvSpPr>
        <p:spPr>
          <a:xfrm flipH="1">
            <a:off x="5247750" y="2169550"/>
            <a:ext cx="2467500" cy="145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0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37" name="Google Shape;137;p10"/>
          <p:cNvSpPr/>
          <p:nvPr/>
        </p:nvSpPr>
        <p:spPr>
          <a:xfrm>
            <a:off x="6419025" y="1575200"/>
            <a:ext cx="2725105" cy="240896"/>
          </a:xfrm>
          <a:custGeom>
            <a:rect b="b" l="l" r="r" t="t"/>
            <a:pathLst>
              <a:path extrusionOk="0" h="5847" w="106491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0"/>
          <p:cNvSpPr/>
          <p:nvPr/>
        </p:nvSpPr>
        <p:spPr>
          <a:xfrm>
            <a:off x="0" y="4700673"/>
            <a:ext cx="1675636" cy="442823"/>
          </a:xfrm>
          <a:custGeom>
            <a:rect b="b" l="l" r="r" t="t"/>
            <a:pathLst>
              <a:path extrusionOk="0" h="5847" w="106491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ta al pie">
  <p:cSld name="CAPTION_ONLY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/>
          <p:cNvSpPr/>
          <p:nvPr/>
        </p:nvSpPr>
        <p:spPr>
          <a:xfrm>
            <a:off x="7928639" y="1"/>
            <a:ext cx="1215355" cy="402011"/>
          </a:xfrm>
          <a:custGeom>
            <a:rect b="b" l="l" r="r" t="t"/>
            <a:pathLst>
              <a:path extrusionOk="0" h="5002" w="15122">
                <a:moveTo>
                  <a:pt x="0" y="1"/>
                </a:moveTo>
                <a:lnTo>
                  <a:pt x="0" y="5001"/>
                </a:lnTo>
                <a:lnTo>
                  <a:pt x="15121" y="5001"/>
                </a:lnTo>
                <a:lnTo>
                  <a:pt x="1512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1"/>
          <p:cNvSpPr/>
          <p:nvPr/>
        </p:nvSpPr>
        <p:spPr>
          <a:xfrm>
            <a:off x="3511525" y="783700"/>
            <a:ext cx="5632410" cy="2353867"/>
          </a:xfrm>
          <a:custGeom>
            <a:rect b="b" l="l" r="r" t="t"/>
            <a:pathLst>
              <a:path extrusionOk="0" h="27529" w="70081">
                <a:moveTo>
                  <a:pt x="0" y="1"/>
                </a:moveTo>
                <a:lnTo>
                  <a:pt x="0" y="27528"/>
                </a:lnTo>
                <a:lnTo>
                  <a:pt x="70080" y="27528"/>
                </a:lnTo>
                <a:lnTo>
                  <a:pt x="7008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1"/>
          <p:cNvSpPr txBox="1"/>
          <p:nvPr>
            <p:ph type="title"/>
          </p:nvPr>
        </p:nvSpPr>
        <p:spPr>
          <a:xfrm>
            <a:off x="3762375" y="1012300"/>
            <a:ext cx="4915200" cy="19401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43" name="Google Shape;143;p11"/>
          <p:cNvSpPr/>
          <p:nvPr/>
        </p:nvSpPr>
        <p:spPr>
          <a:xfrm>
            <a:off x="5865073" y="3429550"/>
            <a:ext cx="1215342" cy="259665"/>
          </a:xfrm>
          <a:custGeom>
            <a:rect b="b" l="l" r="r" t="t"/>
            <a:pathLst>
              <a:path extrusionOk="0" h="8298" w="30813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1"/>
          <p:cNvSpPr/>
          <p:nvPr/>
        </p:nvSpPr>
        <p:spPr>
          <a:xfrm>
            <a:off x="8018936" y="3429550"/>
            <a:ext cx="1124989" cy="259686"/>
          </a:xfrm>
          <a:custGeom>
            <a:rect b="b" l="l" r="r" t="t"/>
            <a:pathLst>
              <a:path extrusionOk="0" h="8298" w="35945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1"/>
          <p:cNvSpPr/>
          <p:nvPr/>
        </p:nvSpPr>
        <p:spPr>
          <a:xfrm>
            <a:off x="7083824" y="3429550"/>
            <a:ext cx="259727" cy="259665"/>
          </a:xfrm>
          <a:custGeom>
            <a:rect b="b" l="l" r="r" t="t"/>
            <a:pathLst>
              <a:path extrusionOk="0" h="8298" w="8298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1"/>
          <p:cNvSpPr/>
          <p:nvPr/>
        </p:nvSpPr>
        <p:spPr>
          <a:xfrm>
            <a:off x="7496607" y="3429550"/>
            <a:ext cx="259707" cy="259686"/>
          </a:xfrm>
          <a:custGeom>
            <a:rect b="b" l="l" r="r" t="t"/>
            <a:pathLst>
              <a:path extrusionOk="0" h="8298" w="8298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"/>
          <p:cNvSpPr txBox="1"/>
          <p:nvPr>
            <p:ph idx="1" type="body"/>
          </p:nvPr>
        </p:nvSpPr>
        <p:spPr>
          <a:xfrm>
            <a:off x="311700" y="3306869"/>
            <a:ext cx="8520600" cy="65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rtl="0" algn="ctr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 algn="ctr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 algn="ctr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 algn="ctr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 algn="ctr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 algn="ctr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 algn="ctr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 algn="ctr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49" name="Google Shape;149;p12"/>
          <p:cNvSpPr/>
          <p:nvPr/>
        </p:nvSpPr>
        <p:spPr>
          <a:xfrm rot="10800000">
            <a:off x="2751806" y="4243474"/>
            <a:ext cx="6391269" cy="904876"/>
          </a:xfrm>
          <a:custGeom>
            <a:rect b="b" l="l" r="r" t="t"/>
            <a:pathLst>
              <a:path extrusionOk="0" h="2763" w="16884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2"/>
          <p:cNvSpPr/>
          <p:nvPr/>
        </p:nvSpPr>
        <p:spPr>
          <a:xfrm rot="10800000">
            <a:off x="1361250" y="1501127"/>
            <a:ext cx="7781825" cy="1525098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2"/>
          <p:cNvSpPr/>
          <p:nvPr/>
        </p:nvSpPr>
        <p:spPr>
          <a:xfrm rot="10800000">
            <a:off x="2" y="1"/>
            <a:ext cx="5791098" cy="505550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2"/>
          <p:cNvSpPr/>
          <p:nvPr/>
        </p:nvSpPr>
        <p:spPr>
          <a:xfrm rot="10800000">
            <a:off x="21" y="1501871"/>
            <a:ext cx="1104138" cy="355443"/>
          </a:xfrm>
          <a:custGeom>
            <a:rect b="b" l="l" r="r" t="t"/>
            <a:pathLst>
              <a:path extrusionOk="0" h="2764" w="8586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2"/>
          <p:cNvSpPr/>
          <p:nvPr/>
        </p:nvSpPr>
        <p:spPr>
          <a:xfrm rot="10800000">
            <a:off x="532482" y="912524"/>
            <a:ext cx="1055445" cy="355301"/>
          </a:xfrm>
          <a:custGeom>
            <a:rect b="b" l="l" r="r" t="t"/>
            <a:pathLst>
              <a:path extrusionOk="0" h="2763" w="12348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2"/>
          <p:cNvSpPr/>
          <p:nvPr/>
        </p:nvSpPr>
        <p:spPr>
          <a:xfrm rot="10800000">
            <a:off x="7173125" y="912516"/>
            <a:ext cx="1970757" cy="355315"/>
          </a:xfrm>
          <a:custGeom>
            <a:rect b="b" l="l" r="r" t="t"/>
            <a:pathLst>
              <a:path extrusionOk="0" h="2763" w="15325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2"/>
          <p:cNvSpPr/>
          <p:nvPr/>
        </p:nvSpPr>
        <p:spPr>
          <a:xfrm rot="10800000">
            <a:off x="1814348" y="912516"/>
            <a:ext cx="1600139" cy="355315"/>
          </a:xfrm>
          <a:custGeom>
            <a:rect b="b" l="l" r="r" t="t"/>
            <a:pathLst>
              <a:path extrusionOk="0" h="2763" w="12443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2"/>
          <p:cNvSpPr/>
          <p:nvPr/>
        </p:nvSpPr>
        <p:spPr>
          <a:xfrm rot="10800000">
            <a:off x="4523560" y="323049"/>
            <a:ext cx="2095515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2"/>
          <p:cNvSpPr/>
          <p:nvPr/>
        </p:nvSpPr>
        <p:spPr>
          <a:xfrm rot="10800000">
            <a:off x="7381057" y="3345678"/>
            <a:ext cx="1762943" cy="355322"/>
          </a:xfrm>
          <a:custGeom>
            <a:rect b="b" l="l" r="r" t="t"/>
            <a:pathLst>
              <a:path extrusionOk="0" h="2763" w="16884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2"/>
          <p:cNvSpPr/>
          <p:nvPr/>
        </p:nvSpPr>
        <p:spPr>
          <a:xfrm rot="10800000">
            <a:off x="-4" y="2084924"/>
            <a:ext cx="178555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2"/>
          <p:cNvSpPr/>
          <p:nvPr/>
        </p:nvSpPr>
        <p:spPr>
          <a:xfrm rot="10800000">
            <a:off x="656319" y="4788199"/>
            <a:ext cx="2628881" cy="355301"/>
          </a:xfrm>
          <a:custGeom>
            <a:rect b="b" l="l" r="r" t="t"/>
            <a:pathLst>
              <a:path extrusionOk="0" h="2763" w="16884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2"/>
          <p:cNvSpPr txBox="1"/>
          <p:nvPr>
            <p:ph hasCustomPrompt="1" type="title"/>
          </p:nvPr>
        </p:nvSpPr>
        <p:spPr>
          <a:xfrm>
            <a:off x="311700" y="1847850"/>
            <a:ext cx="8520600" cy="13827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hree columns">
  <p:cSld name="CUSTOM_1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14"/>
          <p:cNvGrpSpPr/>
          <p:nvPr/>
        </p:nvGrpSpPr>
        <p:grpSpPr>
          <a:xfrm>
            <a:off x="-25" y="2816286"/>
            <a:ext cx="9144046" cy="948350"/>
            <a:chOff x="-25" y="2816286"/>
            <a:chExt cx="9144046" cy="948350"/>
          </a:xfrm>
        </p:grpSpPr>
        <p:sp>
          <p:nvSpPr>
            <p:cNvPr id="164" name="Google Shape;164;p14"/>
            <p:cNvSpPr/>
            <p:nvPr/>
          </p:nvSpPr>
          <p:spPr>
            <a:xfrm>
              <a:off x="5439453" y="3632754"/>
              <a:ext cx="142155" cy="131882"/>
            </a:xfrm>
            <a:custGeom>
              <a:rect b="b" l="l" r="r" t="t"/>
              <a:pathLst>
                <a:path extrusionOk="0" h="4121" w="4442">
                  <a:moveTo>
                    <a:pt x="1" y="1"/>
                  </a:moveTo>
                  <a:lnTo>
                    <a:pt x="1" y="4120"/>
                  </a:lnTo>
                  <a:lnTo>
                    <a:pt x="4442" y="4120"/>
                  </a:lnTo>
                  <a:lnTo>
                    <a:pt x="4442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4"/>
            <p:cNvSpPr/>
            <p:nvPr/>
          </p:nvSpPr>
          <p:spPr>
            <a:xfrm>
              <a:off x="5723675" y="3632754"/>
              <a:ext cx="2948838" cy="131882"/>
            </a:xfrm>
            <a:custGeom>
              <a:rect b="b" l="l" r="r" t="t"/>
              <a:pathLst>
                <a:path extrusionOk="0" h="4121" w="92144">
                  <a:moveTo>
                    <a:pt x="1" y="1"/>
                  </a:moveTo>
                  <a:lnTo>
                    <a:pt x="1" y="4120"/>
                  </a:lnTo>
                  <a:lnTo>
                    <a:pt x="92143" y="4120"/>
                  </a:lnTo>
                  <a:lnTo>
                    <a:pt x="9214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4"/>
            <p:cNvSpPr/>
            <p:nvPr/>
          </p:nvSpPr>
          <p:spPr>
            <a:xfrm>
              <a:off x="4574596" y="3360726"/>
              <a:ext cx="1353834" cy="131882"/>
            </a:xfrm>
            <a:custGeom>
              <a:rect b="b" l="l" r="r" t="t"/>
              <a:pathLst>
                <a:path extrusionOk="0" h="4121" w="42304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4"/>
            <p:cNvSpPr/>
            <p:nvPr/>
          </p:nvSpPr>
          <p:spPr>
            <a:xfrm>
              <a:off x="5129312" y="2816286"/>
              <a:ext cx="1148858" cy="131498"/>
            </a:xfrm>
            <a:custGeom>
              <a:rect b="b" l="l" r="r" t="t"/>
              <a:pathLst>
                <a:path extrusionOk="0" h="4109" w="35899">
                  <a:moveTo>
                    <a:pt x="1" y="1"/>
                  </a:moveTo>
                  <a:lnTo>
                    <a:pt x="1" y="4108"/>
                  </a:lnTo>
                  <a:lnTo>
                    <a:pt x="35898" y="4108"/>
                  </a:lnTo>
                  <a:lnTo>
                    <a:pt x="3589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4"/>
            <p:cNvSpPr/>
            <p:nvPr/>
          </p:nvSpPr>
          <p:spPr>
            <a:xfrm>
              <a:off x="3376749" y="3632754"/>
              <a:ext cx="142155" cy="131882"/>
            </a:xfrm>
            <a:custGeom>
              <a:rect b="b" l="l" r="r" t="t"/>
              <a:pathLst>
                <a:path extrusionOk="0" h="4121" w="4442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4"/>
            <p:cNvSpPr/>
            <p:nvPr/>
          </p:nvSpPr>
          <p:spPr>
            <a:xfrm>
              <a:off x="3077647" y="2816286"/>
              <a:ext cx="370397" cy="131498"/>
            </a:xfrm>
            <a:custGeom>
              <a:rect b="b" l="l" r="r" t="t"/>
              <a:pathLst>
                <a:path extrusionOk="0" h="4109" w="11574">
                  <a:moveTo>
                    <a:pt x="1" y="1"/>
                  </a:moveTo>
                  <a:lnTo>
                    <a:pt x="1" y="4108"/>
                  </a:lnTo>
                  <a:lnTo>
                    <a:pt x="11574" y="4108"/>
                  </a:lnTo>
                  <a:lnTo>
                    <a:pt x="1157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4"/>
            <p:cNvSpPr/>
            <p:nvPr/>
          </p:nvSpPr>
          <p:spPr>
            <a:xfrm>
              <a:off x="3542860" y="2816286"/>
              <a:ext cx="139467" cy="131498"/>
            </a:xfrm>
            <a:custGeom>
              <a:rect b="b" l="l" r="r" t="t"/>
              <a:pathLst>
                <a:path extrusionOk="0" h="4109" w="4358">
                  <a:moveTo>
                    <a:pt x="0" y="1"/>
                  </a:moveTo>
                  <a:lnTo>
                    <a:pt x="0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4"/>
            <p:cNvSpPr/>
            <p:nvPr/>
          </p:nvSpPr>
          <p:spPr>
            <a:xfrm>
              <a:off x="3723818" y="3088314"/>
              <a:ext cx="366205" cy="131882"/>
            </a:xfrm>
            <a:custGeom>
              <a:rect b="b" l="l" r="r" t="t"/>
              <a:pathLst>
                <a:path extrusionOk="0" h="4121" w="11443">
                  <a:moveTo>
                    <a:pt x="1" y="1"/>
                  </a:moveTo>
                  <a:lnTo>
                    <a:pt x="1" y="4120"/>
                  </a:lnTo>
                  <a:lnTo>
                    <a:pt x="11443" y="4120"/>
                  </a:lnTo>
                  <a:lnTo>
                    <a:pt x="1144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2734770" y="3088314"/>
              <a:ext cx="891622" cy="131882"/>
            </a:xfrm>
            <a:custGeom>
              <a:rect b="b" l="l" r="r" t="t"/>
              <a:pathLst>
                <a:path extrusionOk="0" h="4121" w="27861">
                  <a:moveTo>
                    <a:pt x="0" y="1"/>
                  </a:moveTo>
                  <a:lnTo>
                    <a:pt x="0" y="4120"/>
                  </a:lnTo>
                  <a:lnTo>
                    <a:pt x="27861" y="4120"/>
                  </a:lnTo>
                  <a:lnTo>
                    <a:pt x="2786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4"/>
            <p:cNvSpPr/>
            <p:nvPr/>
          </p:nvSpPr>
          <p:spPr>
            <a:xfrm>
              <a:off x="864832" y="3632754"/>
              <a:ext cx="142155" cy="131882"/>
            </a:xfrm>
            <a:custGeom>
              <a:rect b="b" l="l" r="r" t="t"/>
              <a:pathLst>
                <a:path extrusionOk="0" h="4121" w="4442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4"/>
            <p:cNvSpPr/>
            <p:nvPr/>
          </p:nvSpPr>
          <p:spPr>
            <a:xfrm>
              <a:off x="1149054" y="3632754"/>
              <a:ext cx="2031679" cy="131882"/>
            </a:xfrm>
            <a:custGeom>
              <a:rect b="b" l="l" r="r" t="t"/>
              <a:pathLst>
                <a:path extrusionOk="0" h="4121" w="63485">
                  <a:moveTo>
                    <a:pt x="0" y="1"/>
                  </a:moveTo>
                  <a:lnTo>
                    <a:pt x="0" y="4120"/>
                  </a:lnTo>
                  <a:lnTo>
                    <a:pt x="63484" y="4120"/>
                  </a:lnTo>
                  <a:lnTo>
                    <a:pt x="6348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4"/>
            <p:cNvSpPr/>
            <p:nvPr/>
          </p:nvSpPr>
          <p:spPr>
            <a:xfrm>
              <a:off x="-25" y="3360726"/>
              <a:ext cx="1353802" cy="131882"/>
            </a:xfrm>
            <a:custGeom>
              <a:rect b="b" l="l" r="r" t="t"/>
              <a:pathLst>
                <a:path extrusionOk="0" h="4121" w="42303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4"/>
            <p:cNvSpPr/>
            <p:nvPr/>
          </p:nvSpPr>
          <p:spPr>
            <a:xfrm>
              <a:off x="824064" y="2816286"/>
              <a:ext cx="1337833" cy="131498"/>
            </a:xfrm>
            <a:custGeom>
              <a:rect b="b" l="l" r="r" t="t"/>
              <a:pathLst>
                <a:path extrusionOk="0" h="4109" w="41804">
                  <a:moveTo>
                    <a:pt x="0" y="1"/>
                  </a:moveTo>
                  <a:lnTo>
                    <a:pt x="0" y="4108"/>
                  </a:lnTo>
                  <a:lnTo>
                    <a:pt x="41803" y="4108"/>
                  </a:lnTo>
                  <a:lnTo>
                    <a:pt x="418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4"/>
            <p:cNvSpPr/>
            <p:nvPr/>
          </p:nvSpPr>
          <p:spPr>
            <a:xfrm>
              <a:off x="582114" y="2816286"/>
              <a:ext cx="139499" cy="131498"/>
            </a:xfrm>
            <a:custGeom>
              <a:rect b="b" l="l" r="r" t="t"/>
              <a:pathLst>
                <a:path extrusionOk="0" h="4109" w="4359">
                  <a:moveTo>
                    <a:pt x="1" y="1"/>
                  </a:moveTo>
                  <a:lnTo>
                    <a:pt x="1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4"/>
            <p:cNvSpPr/>
            <p:nvPr/>
          </p:nvSpPr>
          <p:spPr>
            <a:xfrm>
              <a:off x="8756420" y="3632754"/>
              <a:ext cx="142155" cy="131882"/>
            </a:xfrm>
            <a:custGeom>
              <a:rect b="b" l="l" r="r" t="t"/>
              <a:pathLst>
                <a:path extrusionOk="0" h="4121" w="4442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4"/>
            <p:cNvSpPr/>
            <p:nvPr/>
          </p:nvSpPr>
          <p:spPr>
            <a:xfrm>
              <a:off x="7790219" y="3360726"/>
              <a:ext cx="1353802" cy="131882"/>
            </a:xfrm>
            <a:custGeom>
              <a:rect b="b" l="l" r="r" t="t"/>
              <a:pathLst>
                <a:path extrusionOk="0" h="4121" w="42303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6982098" y="2816286"/>
              <a:ext cx="1154938" cy="131498"/>
            </a:xfrm>
            <a:custGeom>
              <a:rect b="b" l="l" r="r" t="t"/>
              <a:pathLst>
                <a:path extrusionOk="0" h="4109" w="36089">
                  <a:moveTo>
                    <a:pt x="1" y="1"/>
                  </a:moveTo>
                  <a:lnTo>
                    <a:pt x="1" y="4108"/>
                  </a:lnTo>
                  <a:lnTo>
                    <a:pt x="36089" y="4108"/>
                  </a:lnTo>
                  <a:lnTo>
                    <a:pt x="36089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4"/>
            <p:cNvSpPr/>
            <p:nvPr/>
          </p:nvSpPr>
          <p:spPr>
            <a:xfrm>
              <a:off x="8279016" y="2816286"/>
              <a:ext cx="139883" cy="131498"/>
            </a:xfrm>
            <a:custGeom>
              <a:rect b="b" l="l" r="r" t="t"/>
              <a:pathLst>
                <a:path extrusionOk="0" h="4109" w="4371">
                  <a:moveTo>
                    <a:pt x="1" y="1"/>
                  </a:moveTo>
                  <a:lnTo>
                    <a:pt x="1" y="4108"/>
                  </a:lnTo>
                  <a:lnTo>
                    <a:pt x="4370" y="4108"/>
                  </a:lnTo>
                  <a:lnTo>
                    <a:pt x="4370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2" name="Google Shape;182;p14"/>
          <p:cNvSpPr txBox="1"/>
          <p:nvPr>
            <p:ph type="ctrTitle"/>
          </p:nvPr>
        </p:nvSpPr>
        <p:spPr>
          <a:xfrm flipH="1">
            <a:off x="6355375" y="-142871"/>
            <a:ext cx="1435800" cy="430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3" name="Google Shape;183;p14"/>
          <p:cNvSpPr txBox="1"/>
          <p:nvPr>
            <p:ph idx="1" type="subTitle"/>
          </p:nvPr>
        </p:nvSpPr>
        <p:spPr>
          <a:xfrm flipH="1">
            <a:off x="6040625" y="1928650"/>
            <a:ext cx="2066400" cy="430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  <p:sp>
        <p:nvSpPr>
          <p:cNvPr id="184" name="Google Shape;184;p14"/>
          <p:cNvSpPr txBox="1"/>
          <p:nvPr>
            <p:ph idx="2" type="ctrTitle"/>
          </p:nvPr>
        </p:nvSpPr>
        <p:spPr>
          <a:xfrm flipH="1">
            <a:off x="1037600" y="1428754"/>
            <a:ext cx="2066400" cy="430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5" name="Google Shape;185;p14"/>
          <p:cNvSpPr txBox="1"/>
          <p:nvPr>
            <p:ph idx="3" type="subTitle"/>
          </p:nvPr>
        </p:nvSpPr>
        <p:spPr>
          <a:xfrm flipH="1">
            <a:off x="1037000" y="1928650"/>
            <a:ext cx="2067000" cy="430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  <p:sp>
        <p:nvSpPr>
          <p:cNvPr id="186" name="Google Shape;186;p14"/>
          <p:cNvSpPr txBox="1"/>
          <p:nvPr>
            <p:ph idx="4" type="ctrTitle"/>
          </p:nvPr>
        </p:nvSpPr>
        <p:spPr>
          <a:xfrm flipH="1">
            <a:off x="3829056" y="-219071"/>
            <a:ext cx="1466400" cy="430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7" name="Google Shape;187;p14"/>
          <p:cNvSpPr txBox="1"/>
          <p:nvPr>
            <p:ph idx="5" type="subTitle"/>
          </p:nvPr>
        </p:nvSpPr>
        <p:spPr>
          <a:xfrm flipH="1">
            <a:off x="3539465" y="1928650"/>
            <a:ext cx="2067000" cy="430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  <p:sp>
        <p:nvSpPr>
          <p:cNvPr id="188" name="Google Shape;188;p14"/>
          <p:cNvSpPr txBox="1"/>
          <p:nvPr>
            <p:ph idx="6" type="title"/>
          </p:nvPr>
        </p:nvSpPr>
        <p:spPr>
          <a:xfrm>
            <a:off x="1278000" y="342000"/>
            <a:ext cx="6588000" cy="6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89" name="Google Shape;189;p14"/>
          <p:cNvSpPr txBox="1"/>
          <p:nvPr>
            <p:ph idx="7" type="ctrTitle"/>
          </p:nvPr>
        </p:nvSpPr>
        <p:spPr>
          <a:xfrm flipH="1">
            <a:off x="3539112" y="1428754"/>
            <a:ext cx="2066400" cy="430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0" name="Google Shape;190;p14"/>
          <p:cNvSpPr txBox="1"/>
          <p:nvPr>
            <p:ph idx="8" type="ctrTitle"/>
          </p:nvPr>
        </p:nvSpPr>
        <p:spPr>
          <a:xfrm flipH="1">
            <a:off x="6041962" y="1428754"/>
            <a:ext cx="2066400" cy="430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5"/>
          <p:cNvSpPr/>
          <p:nvPr/>
        </p:nvSpPr>
        <p:spPr>
          <a:xfrm>
            <a:off x="0" y="1584850"/>
            <a:ext cx="4361919" cy="241405"/>
          </a:xfrm>
          <a:custGeom>
            <a:rect b="b" l="l" r="r" t="t"/>
            <a:pathLst>
              <a:path extrusionOk="0" h="5859" w="146079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5"/>
          <p:cNvSpPr/>
          <p:nvPr/>
        </p:nvSpPr>
        <p:spPr>
          <a:xfrm>
            <a:off x="6076300" y="1584850"/>
            <a:ext cx="1243658" cy="241393"/>
          </a:xfrm>
          <a:custGeom>
            <a:rect b="b" l="l" r="r" t="t"/>
            <a:pathLst>
              <a:path extrusionOk="0" h="5847" w="19503">
                <a:moveTo>
                  <a:pt x="0" y="1"/>
                </a:moveTo>
                <a:lnTo>
                  <a:pt x="0" y="5847"/>
                </a:lnTo>
                <a:lnTo>
                  <a:pt x="19503" y="5847"/>
                </a:lnTo>
                <a:lnTo>
                  <a:pt x="1950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5"/>
          <p:cNvSpPr/>
          <p:nvPr/>
        </p:nvSpPr>
        <p:spPr>
          <a:xfrm>
            <a:off x="2172024" y="3002644"/>
            <a:ext cx="1243656" cy="240911"/>
          </a:xfrm>
          <a:custGeom>
            <a:rect b="b" l="l" r="r" t="t"/>
            <a:pathLst>
              <a:path extrusionOk="0" h="5847" w="30184">
                <a:moveTo>
                  <a:pt x="1" y="0"/>
                </a:moveTo>
                <a:lnTo>
                  <a:pt x="1" y="5846"/>
                </a:lnTo>
                <a:lnTo>
                  <a:pt x="30183" y="5846"/>
                </a:lnTo>
                <a:lnTo>
                  <a:pt x="3018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5"/>
          <p:cNvSpPr/>
          <p:nvPr/>
        </p:nvSpPr>
        <p:spPr>
          <a:xfrm>
            <a:off x="4667250" y="3002650"/>
            <a:ext cx="4476882" cy="240896"/>
          </a:xfrm>
          <a:custGeom>
            <a:rect b="b" l="l" r="r" t="t"/>
            <a:pathLst>
              <a:path extrusionOk="0" h="5847" w="106491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5"/>
          <p:cNvSpPr/>
          <p:nvPr/>
        </p:nvSpPr>
        <p:spPr>
          <a:xfrm>
            <a:off x="4552950" y="1584850"/>
            <a:ext cx="1342466" cy="241405"/>
          </a:xfrm>
          <a:custGeom>
            <a:rect b="b" l="l" r="r" t="t"/>
            <a:pathLst>
              <a:path extrusionOk="0" h="5859" w="146079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5"/>
          <p:cNvSpPr txBox="1"/>
          <p:nvPr>
            <p:ph type="ctrTitle"/>
          </p:nvPr>
        </p:nvSpPr>
        <p:spPr>
          <a:xfrm flipH="1">
            <a:off x="2189800" y="1848349"/>
            <a:ext cx="2163900" cy="24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98" name="Google Shape;198;p15"/>
          <p:cNvSpPr txBox="1"/>
          <p:nvPr>
            <p:ph idx="1" type="subTitle"/>
          </p:nvPr>
        </p:nvSpPr>
        <p:spPr>
          <a:xfrm flipH="1">
            <a:off x="2189801" y="2162325"/>
            <a:ext cx="2163900" cy="42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199" name="Google Shape;199;p15"/>
          <p:cNvSpPr txBox="1"/>
          <p:nvPr>
            <p:ph idx="2" type="ctrTitle"/>
          </p:nvPr>
        </p:nvSpPr>
        <p:spPr>
          <a:xfrm flipH="1">
            <a:off x="4811675" y="1848401"/>
            <a:ext cx="2163900" cy="24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00" name="Google Shape;200;p15"/>
          <p:cNvSpPr txBox="1"/>
          <p:nvPr>
            <p:ph idx="3" type="subTitle"/>
          </p:nvPr>
        </p:nvSpPr>
        <p:spPr>
          <a:xfrm flipH="1">
            <a:off x="4811675" y="2163531"/>
            <a:ext cx="2163900" cy="42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201" name="Google Shape;201;p15"/>
          <p:cNvSpPr txBox="1"/>
          <p:nvPr>
            <p:ph idx="4" type="ctrTitle"/>
          </p:nvPr>
        </p:nvSpPr>
        <p:spPr>
          <a:xfrm flipH="1">
            <a:off x="2189796" y="3103412"/>
            <a:ext cx="21639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02" name="Google Shape;202;p15"/>
          <p:cNvSpPr txBox="1"/>
          <p:nvPr>
            <p:ph idx="5" type="title"/>
          </p:nvPr>
        </p:nvSpPr>
        <p:spPr>
          <a:xfrm>
            <a:off x="1278000" y="342000"/>
            <a:ext cx="6588000" cy="6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3" name="Google Shape;203;p15"/>
          <p:cNvSpPr txBox="1"/>
          <p:nvPr>
            <p:ph idx="6" type="ctrTitle"/>
          </p:nvPr>
        </p:nvSpPr>
        <p:spPr>
          <a:xfrm flipH="1">
            <a:off x="2189800" y="3258286"/>
            <a:ext cx="2163900" cy="24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04" name="Google Shape;204;p15"/>
          <p:cNvSpPr txBox="1"/>
          <p:nvPr>
            <p:ph idx="7" type="subTitle"/>
          </p:nvPr>
        </p:nvSpPr>
        <p:spPr>
          <a:xfrm flipH="1">
            <a:off x="2189801" y="3572262"/>
            <a:ext cx="2163900" cy="42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205" name="Google Shape;205;p15"/>
          <p:cNvSpPr txBox="1"/>
          <p:nvPr>
            <p:ph idx="8" type="ctrTitle"/>
          </p:nvPr>
        </p:nvSpPr>
        <p:spPr>
          <a:xfrm flipH="1">
            <a:off x="4811675" y="3258338"/>
            <a:ext cx="2163900" cy="24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06" name="Google Shape;206;p15"/>
          <p:cNvSpPr txBox="1"/>
          <p:nvPr>
            <p:ph idx="9" type="subTitle"/>
          </p:nvPr>
        </p:nvSpPr>
        <p:spPr>
          <a:xfrm flipH="1">
            <a:off x="4811675" y="3573468"/>
            <a:ext cx="2163900" cy="42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Four Columns">
  <p:cSld name="CUSTOM_6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"/>
          <p:cNvSpPr txBox="1"/>
          <p:nvPr>
            <p:ph type="ctrTitle"/>
          </p:nvPr>
        </p:nvSpPr>
        <p:spPr>
          <a:xfrm flipH="1">
            <a:off x="2266008" y="1775350"/>
            <a:ext cx="2163900" cy="3567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9" name="Google Shape;209;p16"/>
          <p:cNvSpPr txBox="1"/>
          <p:nvPr>
            <p:ph idx="2" type="ctrTitle"/>
          </p:nvPr>
        </p:nvSpPr>
        <p:spPr>
          <a:xfrm flipH="1">
            <a:off x="4714188" y="1775427"/>
            <a:ext cx="2163900" cy="3567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16"/>
          <p:cNvSpPr txBox="1"/>
          <p:nvPr>
            <p:ph idx="1" type="subTitle"/>
          </p:nvPr>
        </p:nvSpPr>
        <p:spPr>
          <a:xfrm flipH="1">
            <a:off x="4714175" y="2208199"/>
            <a:ext cx="2163900" cy="4131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11" name="Google Shape;211;p16"/>
          <p:cNvSpPr txBox="1"/>
          <p:nvPr>
            <p:ph idx="3" type="ctrTitle"/>
          </p:nvPr>
        </p:nvSpPr>
        <p:spPr>
          <a:xfrm flipH="1">
            <a:off x="2266001" y="3155675"/>
            <a:ext cx="2163900" cy="3567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2" name="Google Shape;212;p16"/>
          <p:cNvSpPr txBox="1"/>
          <p:nvPr>
            <p:ph idx="4" type="subTitle"/>
          </p:nvPr>
        </p:nvSpPr>
        <p:spPr>
          <a:xfrm flipH="1">
            <a:off x="2266000" y="3585925"/>
            <a:ext cx="2163900" cy="4131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13" name="Google Shape;213;p16"/>
          <p:cNvSpPr txBox="1"/>
          <p:nvPr>
            <p:ph idx="5" type="ctrTitle"/>
          </p:nvPr>
        </p:nvSpPr>
        <p:spPr>
          <a:xfrm flipH="1">
            <a:off x="4714200" y="3155754"/>
            <a:ext cx="2163900" cy="3567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4" name="Google Shape;214;p16"/>
          <p:cNvSpPr txBox="1"/>
          <p:nvPr>
            <p:ph idx="6" type="subTitle"/>
          </p:nvPr>
        </p:nvSpPr>
        <p:spPr>
          <a:xfrm flipH="1">
            <a:off x="4714175" y="3585925"/>
            <a:ext cx="2163900" cy="4131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15" name="Google Shape;215;p16"/>
          <p:cNvSpPr txBox="1"/>
          <p:nvPr>
            <p:ph idx="7"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6" name="Google Shape;216;p16"/>
          <p:cNvSpPr txBox="1"/>
          <p:nvPr>
            <p:ph idx="8" type="subTitle"/>
          </p:nvPr>
        </p:nvSpPr>
        <p:spPr>
          <a:xfrm flipH="1">
            <a:off x="2266008" y="2208197"/>
            <a:ext cx="2163900" cy="4131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1">
  <p:cSld name="CUSTOM_14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/>
          <p:cNvSpPr/>
          <p:nvPr/>
        </p:nvSpPr>
        <p:spPr>
          <a:xfrm>
            <a:off x="6200875" y="1515825"/>
            <a:ext cx="2943127" cy="241405"/>
          </a:xfrm>
          <a:custGeom>
            <a:rect b="b" l="l" r="r" t="t"/>
            <a:pathLst>
              <a:path extrusionOk="0" h="5859" w="146079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FFFFFF">
              <a:alpha val="188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7"/>
          <p:cNvSpPr txBox="1"/>
          <p:nvPr>
            <p:ph idx="1" type="body"/>
          </p:nvPr>
        </p:nvSpPr>
        <p:spPr>
          <a:xfrm>
            <a:off x="5438700" y="1973025"/>
            <a:ext cx="3124200" cy="21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1600"/>
            </a:lvl1pPr>
            <a:lvl2pPr indent="-330200" lvl="1" marL="914400" rtl="0" algn="r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2pPr>
            <a:lvl3pPr indent="-330200" lvl="2" marL="1371600" rtl="0" algn="r"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3pPr>
            <a:lvl4pPr indent="-330200" lvl="3" marL="1828800" rtl="0" algn="r"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4pPr>
            <a:lvl5pPr indent="-330200" lvl="4" marL="2286000" rtl="0" algn="r"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5pPr>
            <a:lvl6pPr indent="-330200" lvl="5" marL="2743200" rtl="0" algn="r"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6pPr>
            <a:lvl7pPr indent="-330200" lvl="6" marL="3200400" rtl="0" algn="r"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7pPr>
            <a:lvl8pPr indent="-330200" lvl="7" marL="3657600" rtl="0" algn="r"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8pPr>
            <a:lvl9pPr indent="-330200" lvl="8" marL="4114800" rtl="0" algn="r">
              <a:spcBef>
                <a:spcPts val="1600"/>
              </a:spcBef>
              <a:spcAft>
                <a:spcPts val="1600"/>
              </a:spcAft>
              <a:buSzPts val="1600"/>
              <a:buFont typeface="Nunito Light"/>
              <a:buChar char="■"/>
              <a:defRPr sz="1600"/>
            </a:lvl9pPr>
          </a:lstStyle>
          <a:p/>
        </p:txBody>
      </p:sp>
      <p:sp>
        <p:nvSpPr>
          <p:cNvPr id="220" name="Google Shape;220;p17"/>
          <p:cNvSpPr txBox="1"/>
          <p:nvPr>
            <p:ph type="title"/>
          </p:nvPr>
        </p:nvSpPr>
        <p:spPr>
          <a:xfrm>
            <a:off x="5438775" y="1168325"/>
            <a:ext cx="3124200" cy="6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21" name="Google Shape;221;p17"/>
          <p:cNvSpPr/>
          <p:nvPr/>
        </p:nvSpPr>
        <p:spPr>
          <a:xfrm>
            <a:off x="8318280" y="5018272"/>
            <a:ext cx="825726" cy="125232"/>
          </a:xfrm>
          <a:custGeom>
            <a:rect b="b" l="l" r="r" t="t"/>
            <a:pathLst>
              <a:path extrusionOk="0" h="2335" w="15396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7"/>
          <p:cNvSpPr/>
          <p:nvPr/>
        </p:nvSpPr>
        <p:spPr>
          <a:xfrm>
            <a:off x="6473454" y="5018272"/>
            <a:ext cx="1685830" cy="125232"/>
          </a:xfrm>
          <a:custGeom>
            <a:rect b="b" l="l" r="r" t="t"/>
            <a:pathLst>
              <a:path extrusionOk="0" h="2335" w="31433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7"/>
          <p:cNvSpPr/>
          <p:nvPr/>
        </p:nvSpPr>
        <p:spPr>
          <a:xfrm>
            <a:off x="6031569" y="4810127"/>
            <a:ext cx="2520459" cy="125875"/>
          </a:xfrm>
          <a:custGeom>
            <a:rect b="b" l="l" r="r" t="t"/>
            <a:pathLst>
              <a:path extrusionOk="0" h="2347" w="46995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7"/>
          <p:cNvSpPr/>
          <p:nvPr/>
        </p:nvSpPr>
        <p:spPr>
          <a:xfrm>
            <a:off x="5564744" y="4810127"/>
            <a:ext cx="285486" cy="125875"/>
          </a:xfrm>
          <a:custGeom>
            <a:rect b="b" l="l" r="r" t="t"/>
            <a:pathLst>
              <a:path extrusionOk="0" h="2347" w="5323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2">
  <p:cSld name="CUSTOM_4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8"/>
          <p:cNvSpPr/>
          <p:nvPr/>
        </p:nvSpPr>
        <p:spPr>
          <a:xfrm flipH="1">
            <a:off x="-4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8"/>
          <p:cNvSpPr/>
          <p:nvPr/>
        </p:nvSpPr>
        <p:spPr>
          <a:xfrm flipH="1">
            <a:off x="67151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8"/>
          <p:cNvSpPr/>
          <p:nvPr/>
        </p:nvSpPr>
        <p:spPr>
          <a:xfrm flipH="1">
            <a:off x="1229469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8"/>
          <p:cNvSpPr/>
          <p:nvPr/>
        </p:nvSpPr>
        <p:spPr>
          <a:xfrm flipH="1">
            <a:off x="66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8"/>
          <p:cNvSpPr/>
          <p:nvPr/>
        </p:nvSpPr>
        <p:spPr>
          <a:xfrm flipH="1">
            <a:off x="23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8"/>
          <p:cNvSpPr/>
          <p:nvPr/>
        </p:nvSpPr>
        <p:spPr>
          <a:xfrm flipH="1">
            <a:off x="1299983" y="3268775"/>
            <a:ext cx="1104128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8"/>
          <p:cNvSpPr/>
          <p:nvPr/>
        </p:nvSpPr>
        <p:spPr>
          <a:xfrm flipH="1">
            <a:off x="8105584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8"/>
          <p:cNvSpPr/>
          <p:nvPr/>
        </p:nvSpPr>
        <p:spPr>
          <a:xfrm flipH="1">
            <a:off x="8039752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8"/>
          <p:cNvSpPr/>
          <p:nvPr/>
        </p:nvSpPr>
        <p:spPr>
          <a:xfrm flipH="1">
            <a:off x="5478250" y="1500456"/>
            <a:ext cx="2365680" cy="356858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8"/>
          <p:cNvSpPr/>
          <p:nvPr/>
        </p:nvSpPr>
        <p:spPr>
          <a:xfrm flipH="1">
            <a:off x="6896105" y="912525"/>
            <a:ext cx="2247799" cy="355301"/>
          </a:xfrm>
          <a:custGeom>
            <a:rect b="b" l="l" r="r" t="t"/>
            <a:pathLst>
              <a:path extrusionOk="0" h="2763" w="12348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8"/>
          <p:cNvSpPr/>
          <p:nvPr/>
        </p:nvSpPr>
        <p:spPr>
          <a:xfrm>
            <a:off x="2094075" y="1123150"/>
            <a:ext cx="4955589" cy="4020450"/>
          </a:xfrm>
          <a:custGeom>
            <a:rect b="b" l="l" r="r" t="t"/>
            <a:pathLst>
              <a:path extrusionOk="0" h="92191" w="151663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8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3">
  <p:cSld name="CUSTOM_5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9"/>
          <p:cNvSpPr/>
          <p:nvPr/>
        </p:nvSpPr>
        <p:spPr>
          <a:xfrm>
            <a:off x="1817725" y="0"/>
            <a:ext cx="7326300" cy="390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9"/>
          <p:cNvSpPr txBox="1"/>
          <p:nvPr>
            <p:ph idx="1" type="body"/>
          </p:nvPr>
        </p:nvSpPr>
        <p:spPr>
          <a:xfrm>
            <a:off x="4579525" y="2388200"/>
            <a:ext cx="3932700" cy="21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23850" lvl="2" marL="1371600" rtl="0">
              <a:spcBef>
                <a:spcPts val="160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rtl="0">
              <a:spcBef>
                <a:spcPts val="1600"/>
              </a:spcBef>
              <a:spcAft>
                <a:spcPts val="0"/>
              </a:spcAft>
              <a:buSzPts val="15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1150" lvl="6" marL="3200400" rtl="0">
              <a:spcBef>
                <a:spcPts val="160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 rtl="0"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1" name="Google Shape;241;p19"/>
          <p:cNvSpPr txBox="1"/>
          <p:nvPr>
            <p:ph type="title"/>
          </p:nvPr>
        </p:nvSpPr>
        <p:spPr>
          <a:xfrm>
            <a:off x="4579531" y="1714800"/>
            <a:ext cx="3963300" cy="6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 rtl="0" algn="r"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 rtl="0" algn="r"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 rtl="0" algn="r"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 rtl="0" algn="r"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 rtl="0" algn="r"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 rtl="0" algn="r"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 rtl="0" algn="r"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42" name="Google Shape;242;p19"/>
          <p:cNvSpPr/>
          <p:nvPr/>
        </p:nvSpPr>
        <p:spPr>
          <a:xfrm>
            <a:off x="0" y="2156637"/>
            <a:ext cx="2107897" cy="128764"/>
          </a:xfrm>
          <a:custGeom>
            <a:rect b="b" l="l" r="r" t="t"/>
            <a:pathLst>
              <a:path extrusionOk="0" h="8298" w="135840">
                <a:moveTo>
                  <a:pt x="1" y="1"/>
                </a:moveTo>
                <a:lnTo>
                  <a:pt x="1" y="8298"/>
                </a:lnTo>
                <a:lnTo>
                  <a:pt x="135840" y="8298"/>
                </a:lnTo>
                <a:lnTo>
                  <a:pt x="1358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9"/>
          <p:cNvSpPr/>
          <p:nvPr/>
        </p:nvSpPr>
        <p:spPr>
          <a:xfrm>
            <a:off x="2107970" y="2156637"/>
            <a:ext cx="1115538" cy="128764"/>
          </a:xfrm>
          <a:custGeom>
            <a:rect b="b" l="l" r="r" t="t"/>
            <a:pathLst>
              <a:path extrusionOk="0" h="8298" w="71889">
                <a:moveTo>
                  <a:pt x="1" y="1"/>
                </a:moveTo>
                <a:lnTo>
                  <a:pt x="1" y="8298"/>
                </a:lnTo>
                <a:lnTo>
                  <a:pt x="71889" y="8298"/>
                </a:lnTo>
                <a:lnTo>
                  <a:pt x="7188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9"/>
          <p:cNvSpPr/>
          <p:nvPr/>
        </p:nvSpPr>
        <p:spPr>
          <a:xfrm>
            <a:off x="430892" y="2369856"/>
            <a:ext cx="1645026" cy="128764"/>
          </a:xfrm>
          <a:custGeom>
            <a:rect b="b" l="l" r="r" t="t"/>
            <a:pathLst>
              <a:path extrusionOk="0" h="8298" w="106011">
                <a:moveTo>
                  <a:pt x="1" y="1"/>
                </a:moveTo>
                <a:lnTo>
                  <a:pt x="1" y="8297"/>
                </a:lnTo>
                <a:lnTo>
                  <a:pt x="106011" y="8297"/>
                </a:lnTo>
                <a:lnTo>
                  <a:pt x="10601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9"/>
          <p:cNvSpPr/>
          <p:nvPr/>
        </p:nvSpPr>
        <p:spPr>
          <a:xfrm>
            <a:off x="1597826" y="2369856"/>
            <a:ext cx="478141" cy="128764"/>
          </a:xfrm>
          <a:custGeom>
            <a:rect b="b" l="l" r="r" t="t"/>
            <a:pathLst>
              <a:path extrusionOk="0" h="8298" w="30813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9"/>
          <p:cNvSpPr/>
          <p:nvPr/>
        </p:nvSpPr>
        <p:spPr>
          <a:xfrm>
            <a:off x="2665754" y="2369856"/>
            <a:ext cx="557777" cy="128764"/>
          </a:xfrm>
          <a:custGeom>
            <a:rect b="b" l="l" r="r" t="t"/>
            <a:pathLst>
              <a:path extrusionOk="0" h="8298" w="35945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9"/>
          <p:cNvSpPr/>
          <p:nvPr/>
        </p:nvSpPr>
        <p:spPr>
          <a:xfrm>
            <a:off x="0" y="3222713"/>
            <a:ext cx="1472750" cy="128392"/>
          </a:xfrm>
          <a:custGeom>
            <a:rect b="b" l="l" r="r" t="t"/>
            <a:pathLst>
              <a:path extrusionOk="0" h="8274" w="94909">
                <a:moveTo>
                  <a:pt x="1" y="1"/>
                </a:moveTo>
                <a:lnTo>
                  <a:pt x="1" y="8274"/>
                </a:lnTo>
                <a:lnTo>
                  <a:pt x="94908" y="8274"/>
                </a:lnTo>
                <a:lnTo>
                  <a:pt x="9490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9"/>
          <p:cNvSpPr/>
          <p:nvPr/>
        </p:nvSpPr>
        <p:spPr>
          <a:xfrm>
            <a:off x="2202118" y="2369856"/>
            <a:ext cx="128764" cy="128764"/>
          </a:xfrm>
          <a:custGeom>
            <a:rect b="b" l="l" r="r" t="t"/>
            <a:pathLst>
              <a:path extrusionOk="0" h="8298" w="8298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9"/>
          <p:cNvSpPr/>
          <p:nvPr/>
        </p:nvSpPr>
        <p:spPr>
          <a:xfrm>
            <a:off x="2406772" y="2369856"/>
            <a:ext cx="128764" cy="128764"/>
          </a:xfrm>
          <a:custGeom>
            <a:rect b="b" l="l" r="r" t="t"/>
            <a:pathLst>
              <a:path extrusionOk="0" h="8298" w="8298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9"/>
          <p:cNvSpPr/>
          <p:nvPr/>
        </p:nvSpPr>
        <p:spPr>
          <a:xfrm>
            <a:off x="2061089" y="2796292"/>
            <a:ext cx="128764" cy="128749"/>
          </a:xfrm>
          <a:custGeom>
            <a:rect b="b" l="l" r="r" t="t"/>
            <a:pathLst>
              <a:path extrusionOk="0" h="8297" w="8298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9"/>
          <p:cNvSpPr/>
          <p:nvPr/>
        </p:nvSpPr>
        <p:spPr>
          <a:xfrm>
            <a:off x="1856436" y="2796292"/>
            <a:ext cx="128376" cy="128749"/>
          </a:xfrm>
          <a:custGeom>
            <a:rect b="b" l="l" r="r" t="t"/>
            <a:pathLst>
              <a:path extrusionOk="0" h="8297" w="8273">
                <a:moveTo>
                  <a:pt x="0" y="0"/>
                </a:moveTo>
                <a:lnTo>
                  <a:pt x="0" y="8297"/>
                </a:lnTo>
                <a:lnTo>
                  <a:pt x="8273" y="8297"/>
                </a:lnTo>
                <a:lnTo>
                  <a:pt x="827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9"/>
          <p:cNvSpPr/>
          <p:nvPr/>
        </p:nvSpPr>
        <p:spPr>
          <a:xfrm>
            <a:off x="641505" y="2796292"/>
            <a:ext cx="128764" cy="128749"/>
          </a:xfrm>
          <a:custGeom>
            <a:rect b="b" l="l" r="r" t="t"/>
            <a:pathLst>
              <a:path extrusionOk="0" h="8297" w="8298">
                <a:moveTo>
                  <a:pt x="1" y="0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9"/>
          <p:cNvSpPr/>
          <p:nvPr/>
        </p:nvSpPr>
        <p:spPr>
          <a:xfrm>
            <a:off x="3094800" y="2583074"/>
            <a:ext cx="128749" cy="128764"/>
          </a:xfrm>
          <a:custGeom>
            <a:rect b="b" l="l" r="r" t="t"/>
            <a:pathLst>
              <a:path extrusionOk="0" h="8298" w="8297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9"/>
          <p:cNvSpPr/>
          <p:nvPr/>
        </p:nvSpPr>
        <p:spPr>
          <a:xfrm>
            <a:off x="191634" y="2369856"/>
            <a:ext cx="128764" cy="128764"/>
          </a:xfrm>
          <a:custGeom>
            <a:rect b="b" l="l" r="r" t="t"/>
            <a:pathLst>
              <a:path extrusionOk="0" h="8298" w="8298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9"/>
          <p:cNvSpPr/>
          <p:nvPr/>
        </p:nvSpPr>
        <p:spPr>
          <a:xfrm>
            <a:off x="1339573" y="3009138"/>
            <a:ext cx="1644653" cy="128749"/>
          </a:xfrm>
          <a:custGeom>
            <a:rect b="b" l="l" r="r" t="t"/>
            <a:pathLst>
              <a:path extrusionOk="0" h="8297" w="105987">
                <a:moveTo>
                  <a:pt x="1" y="0"/>
                </a:moveTo>
                <a:lnTo>
                  <a:pt x="1" y="8297"/>
                </a:lnTo>
                <a:lnTo>
                  <a:pt x="105987" y="8297"/>
                </a:lnTo>
                <a:lnTo>
                  <a:pt x="10598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9"/>
          <p:cNvSpPr/>
          <p:nvPr/>
        </p:nvSpPr>
        <p:spPr>
          <a:xfrm>
            <a:off x="1339573" y="3009138"/>
            <a:ext cx="478156" cy="128749"/>
          </a:xfrm>
          <a:custGeom>
            <a:rect b="b" l="l" r="r" t="t"/>
            <a:pathLst>
              <a:path extrusionOk="0" h="8297" w="30814">
                <a:moveTo>
                  <a:pt x="1" y="0"/>
                </a:moveTo>
                <a:lnTo>
                  <a:pt x="1" y="8297"/>
                </a:lnTo>
                <a:lnTo>
                  <a:pt x="30813" y="8297"/>
                </a:lnTo>
                <a:lnTo>
                  <a:pt x="3081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9"/>
          <p:cNvSpPr/>
          <p:nvPr/>
        </p:nvSpPr>
        <p:spPr>
          <a:xfrm>
            <a:off x="0" y="3009510"/>
            <a:ext cx="749775" cy="128376"/>
          </a:xfrm>
          <a:custGeom>
            <a:rect b="b" l="l" r="r" t="t"/>
            <a:pathLst>
              <a:path extrusionOk="0" h="8273" w="48318">
                <a:moveTo>
                  <a:pt x="1" y="0"/>
                </a:moveTo>
                <a:lnTo>
                  <a:pt x="1" y="8273"/>
                </a:lnTo>
                <a:lnTo>
                  <a:pt x="48318" y="8273"/>
                </a:lnTo>
                <a:lnTo>
                  <a:pt x="4831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9"/>
          <p:cNvSpPr/>
          <p:nvPr/>
        </p:nvSpPr>
        <p:spPr>
          <a:xfrm>
            <a:off x="1084687" y="3009138"/>
            <a:ext cx="128764" cy="128749"/>
          </a:xfrm>
          <a:custGeom>
            <a:rect b="b" l="l" r="r" t="t"/>
            <a:pathLst>
              <a:path extrusionOk="0" h="8297" w="8298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9"/>
          <p:cNvSpPr/>
          <p:nvPr/>
        </p:nvSpPr>
        <p:spPr>
          <a:xfrm>
            <a:off x="879662" y="3009138"/>
            <a:ext cx="128749" cy="128749"/>
          </a:xfrm>
          <a:custGeom>
            <a:rect b="b" l="l" r="r" t="t"/>
            <a:pathLst>
              <a:path extrusionOk="0" h="8297" w="8297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9"/>
          <p:cNvSpPr/>
          <p:nvPr/>
        </p:nvSpPr>
        <p:spPr>
          <a:xfrm>
            <a:off x="533979" y="3435558"/>
            <a:ext cx="128749" cy="128764"/>
          </a:xfrm>
          <a:custGeom>
            <a:rect b="b" l="l" r="r" t="t"/>
            <a:pathLst>
              <a:path extrusionOk="0" h="8298" w="8297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9"/>
          <p:cNvSpPr/>
          <p:nvPr/>
        </p:nvSpPr>
        <p:spPr>
          <a:xfrm>
            <a:off x="338622" y="3435558"/>
            <a:ext cx="128749" cy="128764"/>
          </a:xfrm>
          <a:custGeom>
            <a:rect b="b" l="l" r="r" t="t"/>
            <a:pathLst>
              <a:path extrusionOk="0" h="8298" w="8297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9"/>
          <p:cNvSpPr/>
          <p:nvPr/>
        </p:nvSpPr>
        <p:spPr>
          <a:xfrm>
            <a:off x="142891" y="3435558"/>
            <a:ext cx="128764" cy="128764"/>
          </a:xfrm>
          <a:custGeom>
            <a:rect b="b" l="l" r="r" t="t"/>
            <a:pathLst>
              <a:path extrusionOk="0" h="8298" w="8298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9"/>
          <p:cNvSpPr/>
          <p:nvPr/>
        </p:nvSpPr>
        <p:spPr>
          <a:xfrm>
            <a:off x="3094800" y="3009138"/>
            <a:ext cx="128749" cy="128749"/>
          </a:xfrm>
          <a:custGeom>
            <a:rect b="b" l="l" r="r" t="t"/>
            <a:pathLst>
              <a:path extrusionOk="0" h="8297" w="8297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9"/>
          <p:cNvSpPr/>
          <p:nvPr/>
        </p:nvSpPr>
        <p:spPr>
          <a:xfrm>
            <a:off x="1676332" y="2583074"/>
            <a:ext cx="1314984" cy="128764"/>
          </a:xfrm>
          <a:custGeom>
            <a:rect b="b" l="l" r="r" t="t"/>
            <a:pathLst>
              <a:path extrusionOk="0" h="8298" w="84742">
                <a:moveTo>
                  <a:pt x="1" y="0"/>
                </a:moveTo>
                <a:lnTo>
                  <a:pt x="1" y="8297"/>
                </a:lnTo>
                <a:lnTo>
                  <a:pt x="84741" y="8297"/>
                </a:lnTo>
                <a:lnTo>
                  <a:pt x="8474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9"/>
          <p:cNvSpPr/>
          <p:nvPr/>
        </p:nvSpPr>
        <p:spPr>
          <a:xfrm>
            <a:off x="2267232" y="2796292"/>
            <a:ext cx="956281" cy="128749"/>
          </a:xfrm>
          <a:custGeom>
            <a:rect b="b" l="l" r="r" t="t"/>
            <a:pathLst>
              <a:path extrusionOk="0" h="8297" w="61626">
                <a:moveTo>
                  <a:pt x="1" y="0"/>
                </a:moveTo>
                <a:lnTo>
                  <a:pt x="1" y="8297"/>
                </a:lnTo>
                <a:lnTo>
                  <a:pt x="61626" y="8297"/>
                </a:lnTo>
                <a:lnTo>
                  <a:pt x="61626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9"/>
          <p:cNvSpPr/>
          <p:nvPr/>
        </p:nvSpPr>
        <p:spPr>
          <a:xfrm>
            <a:off x="641505" y="2796292"/>
            <a:ext cx="896384" cy="128749"/>
          </a:xfrm>
          <a:custGeom>
            <a:rect b="b" l="l" r="r" t="t"/>
            <a:pathLst>
              <a:path extrusionOk="0" h="8297" w="57766">
                <a:moveTo>
                  <a:pt x="1" y="0"/>
                </a:moveTo>
                <a:lnTo>
                  <a:pt x="1" y="8297"/>
                </a:lnTo>
                <a:lnTo>
                  <a:pt x="57765" y="8297"/>
                </a:lnTo>
                <a:lnTo>
                  <a:pt x="57765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9"/>
          <p:cNvSpPr/>
          <p:nvPr/>
        </p:nvSpPr>
        <p:spPr>
          <a:xfrm>
            <a:off x="0" y="2796292"/>
            <a:ext cx="449495" cy="128749"/>
          </a:xfrm>
          <a:custGeom>
            <a:rect b="b" l="l" r="r" t="t"/>
            <a:pathLst>
              <a:path extrusionOk="0" h="8297" w="28967">
                <a:moveTo>
                  <a:pt x="1" y="0"/>
                </a:moveTo>
                <a:lnTo>
                  <a:pt x="1" y="8297"/>
                </a:lnTo>
                <a:lnTo>
                  <a:pt x="28967" y="8297"/>
                </a:lnTo>
                <a:lnTo>
                  <a:pt x="2896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9"/>
          <p:cNvSpPr/>
          <p:nvPr/>
        </p:nvSpPr>
        <p:spPr>
          <a:xfrm>
            <a:off x="1676332" y="3222340"/>
            <a:ext cx="1547157" cy="128764"/>
          </a:xfrm>
          <a:custGeom>
            <a:rect b="b" l="l" r="r" t="t"/>
            <a:pathLst>
              <a:path extrusionOk="0" h="8298" w="99704">
                <a:moveTo>
                  <a:pt x="1" y="1"/>
                </a:moveTo>
                <a:lnTo>
                  <a:pt x="1" y="8298"/>
                </a:lnTo>
                <a:lnTo>
                  <a:pt x="99704" y="8298"/>
                </a:lnTo>
                <a:lnTo>
                  <a:pt x="99704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9"/>
          <p:cNvSpPr/>
          <p:nvPr/>
        </p:nvSpPr>
        <p:spPr>
          <a:xfrm>
            <a:off x="2522506" y="3435558"/>
            <a:ext cx="701019" cy="128764"/>
          </a:xfrm>
          <a:custGeom>
            <a:rect b="b" l="l" r="r" t="t"/>
            <a:pathLst>
              <a:path extrusionOk="0" h="8298" w="45176">
                <a:moveTo>
                  <a:pt x="0" y="1"/>
                </a:moveTo>
                <a:lnTo>
                  <a:pt x="0" y="8297"/>
                </a:lnTo>
                <a:lnTo>
                  <a:pt x="45176" y="8297"/>
                </a:lnTo>
                <a:lnTo>
                  <a:pt x="4517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9"/>
          <p:cNvSpPr/>
          <p:nvPr/>
        </p:nvSpPr>
        <p:spPr>
          <a:xfrm>
            <a:off x="0" y="2583074"/>
            <a:ext cx="1277773" cy="128764"/>
          </a:xfrm>
          <a:custGeom>
            <a:rect b="b" l="l" r="r" t="t"/>
            <a:pathLst>
              <a:path extrusionOk="0" h="8298" w="82344">
                <a:moveTo>
                  <a:pt x="1" y="0"/>
                </a:moveTo>
                <a:lnTo>
                  <a:pt x="1" y="8297"/>
                </a:lnTo>
                <a:lnTo>
                  <a:pt x="82343" y="8297"/>
                </a:lnTo>
                <a:lnTo>
                  <a:pt x="823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9"/>
          <p:cNvSpPr/>
          <p:nvPr/>
        </p:nvSpPr>
        <p:spPr>
          <a:xfrm>
            <a:off x="812313" y="3435558"/>
            <a:ext cx="1562783" cy="128764"/>
          </a:xfrm>
          <a:custGeom>
            <a:rect b="b" l="l" r="r" t="t"/>
            <a:pathLst>
              <a:path extrusionOk="0" h="8298" w="100711">
                <a:moveTo>
                  <a:pt x="0" y="1"/>
                </a:moveTo>
                <a:lnTo>
                  <a:pt x="0" y="8297"/>
                </a:lnTo>
                <a:lnTo>
                  <a:pt x="100710" y="8297"/>
                </a:lnTo>
                <a:lnTo>
                  <a:pt x="100710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9"/>
          <p:cNvSpPr/>
          <p:nvPr/>
        </p:nvSpPr>
        <p:spPr>
          <a:xfrm>
            <a:off x="3223538" y="1474200"/>
            <a:ext cx="1086520" cy="2772465"/>
          </a:xfrm>
          <a:custGeom>
            <a:rect b="b" l="l" r="r" t="t"/>
            <a:pathLst>
              <a:path extrusionOk="0" h="178667" w="70019">
                <a:moveTo>
                  <a:pt x="1" y="1"/>
                </a:moveTo>
                <a:lnTo>
                  <a:pt x="1" y="22085"/>
                </a:lnTo>
                <a:lnTo>
                  <a:pt x="7434" y="22085"/>
                </a:lnTo>
                <a:cubicBezTo>
                  <a:pt x="22133" y="22637"/>
                  <a:pt x="29495" y="30574"/>
                  <a:pt x="29495" y="45848"/>
                </a:cubicBezTo>
                <a:lnTo>
                  <a:pt x="29495" y="60259"/>
                </a:lnTo>
                <a:cubicBezTo>
                  <a:pt x="29495" y="76397"/>
                  <a:pt x="35082" y="85941"/>
                  <a:pt x="46256" y="88914"/>
                </a:cubicBezTo>
                <a:lnTo>
                  <a:pt x="46256" y="89753"/>
                </a:lnTo>
                <a:cubicBezTo>
                  <a:pt x="35082" y="92727"/>
                  <a:pt x="29495" y="102270"/>
                  <a:pt x="29495" y="118408"/>
                </a:cubicBezTo>
                <a:lnTo>
                  <a:pt x="29495" y="132843"/>
                </a:lnTo>
                <a:cubicBezTo>
                  <a:pt x="29495" y="148405"/>
                  <a:pt x="22133" y="156390"/>
                  <a:pt x="7434" y="156822"/>
                </a:cubicBezTo>
                <a:lnTo>
                  <a:pt x="1" y="156822"/>
                </a:lnTo>
                <a:lnTo>
                  <a:pt x="1" y="178666"/>
                </a:lnTo>
                <a:lnTo>
                  <a:pt x="7434" y="178666"/>
                </a:lnTo>
                <a:cubicBezTo>
                  <a:pt x="21869" y="178379"/>
                  <a:pt x="33259" y="174038"/>
                  <a:pt x="41604" y="165622"/>
                </a:cubicBezTo>
                <a:cubicBezTo>
                  <a:pt x="49948" y="157205"/>
                  <a:pt x="54121" y="145072"/>
                  <a:pt x="54121" y="129222"/>
                </a:cubicBezTo>
                <a:lnTo>
                  <a:pt x="54121" y="115866"/>
                </a:lnTo>
                <a:cubicBezTo>
                  <a:pt x="54121" y="111046"/>
                  <a:pt x="55032" y="107234"/>
                  <a:pt x="56878" y="104404"/>
                </a:cubicBezTo>
                <a:cubicBezTo>
                  <a:pt x="58701" y="101575"/>
                  <a:pt x="61266" y="100160"/>
                  <a:pt x="64503" y="100160"/>
                </a:cubicBezTo>
                <a:lnTo>
                  <a:pt x="70019" y="100160"/>
                </a:lnTo>
                <a:lnTo>
                  <a:pt x="70019" y="78315"/>
                </a:lnTo>
                <a:lnTo>
                  <a:pt x="64503" y="78315"/>
                </a:lnTo>
                <a:cubicBezTo>
                  <a:pt x="61266" y="78315"/>
                  <a:pt x="58701" y="76901"/>
                  <a:pt x="56878" y="74071"/>
                </a:cubicBezTo>
                <a:cubicBezTo>
                  <a:pt x="55032" y="71242"/>
                  <a:pt x="54121" y="67405"/>
                  <a:pt x="54121" y="62609"/>
                </a:cubicBezTo>
                <a:lnTo>
                  <a:pt x="54121" y="49661"/>
                </a:lnTo>
                <a:cubicBezTo>
                  <a:pt x="54121" y="33667"/>
                  <a:pt x="49972" y="21510"/>
                  <a:pt x="41700" y="13165"/>
                </a:cubicBezTo>
                <a:cubicBezTo>
                  <a:pt x="33427" y="4821"/>
                  <a:pt x="22013" y="433"/>
                  <a:pt x="7434" y="1"/>
                </a:cubicBez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9"/>
          <p:cNvSpPr/>
          <p:nvPr/>
        </p:nvSpPr>
        <p:spPr>
          <a:xfrm>
            <a:off x="-12" y="4446900"/>
            <a:ext cx="1086600" cy="696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">
  <p:cSld name="CUSTOM_8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0"/>
          <p:cNvSpPr/>
          <p:nvPr/>
        </p:nvSpPr>
        <p:spPr>
          <a:xfrm>
            <a:off x="5445850" y="1359975"/>
            <a:ext cx="3697248" cy="1208576"/>
          </a:xfrm>
          <a:custGeom>
            <a:rect b="b" l="l" r="r" t="t"/>
            <a:pathLst>
              <a:path extrusionOk="0" h="37768" w="115539">
                <a:moveTo>
                  <a:pt x="1" y="0"/>
                </a:moveTo>
                <a:lnTo>
                  <a:pt x="115539" y="0"/>
                </a:lnTo>
                <a:lnTo>
                  <a:pt x="115539" y="37767"/>
                </a:lnTo>
                <a:lnTo>
                  <a:pt x="1" y="37767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0"/>
          <p:cNvSpPr/>
          <p:nvPr/>
        </p:nvSpPr>
        <p:spPr>
          <a:xfrm>
            <a:off x="-899" y="2568525"/>
            <a:ext cx="3697248" cy="1208544"/>
          </a:xfrm>
          <a:custGeom>
            <a:rect b="b" l="l" r="r" t="t"/>
            <a:pathLst>
              <a:path extrusionOk="0" h="37767" w="115539">
                <a:moveTo>
                  <a:pt x="0" y="0"/>
                </a:moveTo>
                <a:lnTo>
                  <a:pt x="115538" y="0"/>
                </a:lnTo>
                <a:lnTo>
                  <a:pt x="115538" y="37767"/>
                </a:lnTo>
                <a:lnTo>
                  <a:pt x="0" y="37767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0"/>
          <p:cNvSpPr/>
          <p:nvPr/>
        </p:nvSpPr>
        <p:spPr>
          <a:xfrm>
            <a:off x="-905" y="-3217"/>
            <a:ext cx="3697248" cy="357024"/>
          </a:xfrm>
          <a:custGeom>
            <a:rect b="b" l="l" r="r" t="t"/>
            <a:pathLst>
              <a:path extrusionOk="0" h="11157" w="115539">
                <a:moveTo>
                  <a:pt x="0" y="0"/>
                </a:moveTo>
                <a:lnTo>
                  <a:pt x="115538" y="0"/>
                </a:lnTo>
                <a:lnTo>
                  <a:pt x="115538" y="11156"/>
                </a:lnTo>
                <a:lnTo>
                  <a:pt x="0" y="11156"/>
                </a:lnTo>
                <a:close/>
              </a:path>
            </a:pathLst>
          </a:custGeom>
          <a:solidFill>
            <a:srgbClr val="FFFFFF">
              <a:alpha val="188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0"/>
          <p:cNvSpPr/>
          <p:nvPr/>
        </p:nvSpPr>
        <p:spPr>
          <a:xfrm>
            <a:off x="-905" y="3584623"/>
            <a:ext cx="417216" cy="384864"/>
          </a:xfrm>
          <a:custGeom>
            <a:rect b="b" l="l" r="r" t="t"/>
            <a:pathLst>
              <a:path extrusionOk="0" h="12027" w="13038">
                <a:moveTo>
                  <a:pt x="0" y="1"/>
                </a:moveTo>
                <a:lnTo>
                  <a:pt x="13037" y="1"/>
                </a:lnTo>
                <a:lnTo>
                  <a:pt x="13037" y="12026"/>
                </a:lnTo>
                <a:lnTo>
                  <a:pt x="0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0"/>
          <p:cNvSpPr/>
          <p:nvPr/>
        </p:nvSpPr>
        <p:spPr>
          <a:xfrm>
            <a:off x="8017591" y="1161103"/>
            <a:ext cx="1125504" cy="384832"/>
          </a:xfrm>
          <a:custGeom>
            <a:rect b="b" l="l" r="r" t="t"/>
            <a:pathLst>
              <a:path extrusionOk="0" h="12026" w="35172">
                <a:moveTo>
                  <a:pt x="1" y="0"/>
                </a:moveTo>
                <a:lnTo>
                  <a:pt x="35172" y="0"/>
                </a:lnTo>
                <a:lnTo>
                  <a:pt x="35172" y="12026"/>
                </a:lnTo>
                <a:lnTo>
                  <a:pt x="1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0"/>
          <p:cNvSpPr txBox="1"/>
          <p:nvPr>
            <p:ph idx="1" type="subTitle"/>
          </p:nvPr>
        </p:nvSpPr>
        <p:spPr>
          <a:xfrm>
            <a:off x="5626675" y="1941426"/>
            <a:ext cx="2391600" cy="466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1" name="Google Shape;281;p20"/>
          <p:cNvSpPr txBox="1"/>
          <p:nvPr>
            <p:ph idx="2" type="subTitle"/>
          </p:nvPr>
        </p:nvSpPr>
        <p:spPr>
          <a:xfrm>
            <a:off x="1129300" y="3151101"/>
            <a:ext cx="2391600" cy="468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282" name="Google Shape;282;p20"/>
          <p:cNvSpPr txBox="1"/>
          <p:nvPr>
            <p:ph type="title"/>
          </p:nvPr>
        </p:nvSpPr>
        <p:spPr>
          <a:xfrm>
            <a:off x="1125100" y="2794025"/>
            <a:ext cx="2395800" cy="2634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83" name="Google Shape;283;p20"/>
          <p:cNvSpPr txBox="1"/>
          <p:nvPr>
            <p:ph idx="3" type="title"/>
          </p:nvPr>
        </p:nvSpPr>
        <p:spPr>
          <a:xfrm>
            <a:off x="5626675" y="1582550"/>
            <a:ext cx="2395800" cy="2652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CUSTOM_10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1"/>
          <p:cNvSpPr txBox="1"/>
          <p:nvPr>
            <p:ph idx="1" type="subTitle"/>
          </p:nvPr>
        </p:nvSpPr>
        <p:spPr>
          <a:xfrm flipH="1">
            <a:off x="720000" y="1132375"/>
            <a:ext cx="7704000" cy="32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AutoNum type="arabicPeriod"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 sz="1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 sz="1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 sz="1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 sz="1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 sz="1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 sz="1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 sz="1200"/>
            </a:lvl9pPr>
          </a:lstStyle>
          <a:p/>
        </p:txBody>
      </p:sp>
      <p:sp>
        <p:nvSpPr>
          <p:cNvPr id="286" name="Google Shape;286;p21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11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2"/>
          <p:cNvSpPr txBox="1"/>
          <p:nvPr>
            <p:ph idx="1" type="subTitle"/>
          </p:nvPr>
        </p:nvSpPr>
        <p:spPr>
          <a:xfrm>
            <a:off x="6416724" y="2283125"/>
            <a:ext cx="1895700" cy="66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9" name="Google Shape;289;p22"/>
          <p:cNvSpPr txBox="1"/>
          <p:nvPr>
            <p:ph type="title"/>
          </p:nvPr>
        </p:nvSpPr>
        <p:spPr>
          <a:xfrm>
            <a:off x="6385849" y="1753325"/>
            <a:ext cx="1957500" cy="529800"/>
          </a:xfrm>
          <a:prstGeom prst="rect">
            <a:avLst/>
          </a:prstGeom>
          <a:solidFill>
            <a:schemeClr val="dk2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90" name="Google Shape;290;p22"/>
          <p:cNvSpPr txBox="1"/>
          <p:nvPr>
            <p:ph idx="2" type="subTitle"/>
          </p:nvPr>
        </p:nvSpPr>
        <p:spPr>
          <a:xfrm>
            <a:off x="835225" y="2283125"/>
            <a:ext cx="1895700" cy="66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p22"/>
          <p:cNvSpPr txBox="1"/>
          <p:nvPr>
            <p:ph idx="3" type="title"/>
          </p:nvPr>
        </p:nvSpPr>
        <p:spPr>
          <a:xfrm>
            <a:off x="804350" y="1753325"/>
            <a:ext cx="1957500" cy="529800"/>
          </a:xfrm>
          <a:prstGeom prst="rect">
            <a:avLst/>
          </a:prstGeom>
          <a:solidFill>
            <a:schemeClr val="dk2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92" name="Google Shape;292;p22"/>
          <p:cNvSpPr txBox="1"/>
          <p:nvPr>
            <p:ph idx="4" type="subTitle"/>
          </p:nvPr>
        </p:nvSpPr>
        <p:spPr>
          <a:xfrm>
            <a:off x="3624150" y="2283125"/>
            <a:ext cx="1895700" cy="66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22"/>
          <p:cNvSpPr txBox="1"/>
          <p:nvPr>
            <p:ph idx="5" type="title"/>
          </p:nvPr>
        </p:nvSpPr>
        <p:spPr>
          <a:xfrm>
            <a:off x="3593246" y="1753325"/>
            <a:ext cx="1957500" cy="529800"/>
          </a:xfrm>
          <a:prstGeom prst="rect">
            <a:avLst/>
          </a:prstGeom>
          <a:solidFill>
            <a:schemeClr val="lt2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94" name="Google Shape;294;p22"/>
          <p:cNvSpPr txBox="1"/>
          <p:nvPr>
            <p:ph idx="6" type="subTitle"/>
          </p:nvPr>
        </p:nvSpPr>
        <p:spPr>
          <a:xfrm>
            <a:off x="6416724" y="3826425"/>
            <a:ext cx="1895700" cy="66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22"/>
          <p:cNvSpPr txBox="1"/>
          <p:nvPr>
            <p:ph idx="7" type="title"/>
          </p:nvPr>
        </p:nvSpPr>
        <p:spPr>
          <a:xfrm>
            <a:off x="6385824" y="3296625"/>
            <a:ext cx="1957500" cy="529800"/>
          </a:xfrm>
          <a:prstGeom prst="rect">
            <a:avLst/>
          </a:prstGeom>
          <a:solidFill>
            <a:schemeClr val="lt2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96" name="Google Shape;296;p22"/>
          <p:cNvSpPr txBox="1"/>
          <p:nvPr>
            <p:ph idx="8" type="subTitle"/>
          </p:nvPr>
        </p:nvSpPr>
        <p:spPr>
          <a:xfrm>
            <a:off x="835225" y="3826425"/>
            <a:ext cx="1895700" cy="66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22"/>
          <p:cNvSpPr txBox="1"/>
          <p:nvPr>
            <p:ph idx="9" type="title"/>
          </p:nvPr>
        </p:nvSpPr>
        <p:spPr>
          <a:xfrm>
            <a:off x="804325" y="3296625"/>
            <a:ext cx="1957500" cy="529800"/>
          </a:xfrm>
          <a:prstGeom prst="rect">
            <a:avLst/>
          </a:prstGeom>
          <a:solidFill>
            <a:schemeClr val="lt2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98" name="Google Shape;298;p22"/>
          <p:cNvSpPr txBox="1"/>
          <p:nvPr>
            <p:ph idx="13" type="subTitle"/>
          </p:nvPr>
        </p:nvSpPr>
        <p:spPr>
          <a:xfrm>
            <a:off x="3624150" y="3826425"/>
            <a:ext cx="1895700" cy="66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22"/>
          <p:cNvSpPr txBox="1"/>
          <p:nvPr>
            <p:ph idx="14" type="title"/>
          </p:nvPr>
        </p:nvSpPr>
        <p:spPr>
          <a:xfrm>
            <a:off x="3593246" y="3296625"/>
            <a:ext cx="1957500" cy="529800"/>
          </a:xfrm>
          <a:prstGeom prst="rect">
            <a:avLst/>
          </a:prstGeom>
          <a:solidFill>
            <a:schemeClr val="dk2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300" name="Google Shape;300;p22"/>
          <p:cNvSpPr txBox="1"/>
          <p:nvPr>
            <p:ph idx="15" type="title"/>
          </p:nvPr>
        </p:nvSpPr>
        <p:spPr>
          <a:xfrm>
            <a:off x="1278000" y="342000"/>
            <a:ext cx="6588000" cy="6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301" name="Google Shape;301;p22"/>
          <p:cNvSpPr/>
          <p:nvPr/>
        </p:nvSpPr>
        <p:spPr>
          <a:xfrm flipH="1">
            <a:off x="-40" y="1952289"/>
            <a:ext cx="7790203" cy="131872"/>
          </a:xfrm>
          <a:custGeom>
            <a:rect b="b" l="l" r="r" t="t"/>
            <a:pathLst>
              <a:path extrusionOk="0" h="4121" w="42303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2"/>
          <p:cNvSpPr/>
          <p:nvPr/>
        </p:nvSpPr>
        <p:spPr>
          <a:xfrm flipH="1">
            <a:off x="933395" y="3495600"/>
            <a:ext cx="8210589" cy="131851"/>
          </a:xfrm>
          <a:custGeom>
            <a:rect b="b" l="l" r="r" t="t"/>
            <a:pathLst>
              <a:path extrusionOk="0" h="4121" w="42303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Percentages">
  <p:cSld name="CUSTOM_12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3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305" name="Google Shape;305;p23"/>
          <p:cNvSpPr txBox="1"/>
          <p:nvPr>
            <p:ph hasCustomPrompt="1" idx="2" type="title"/>
          </p:nvPr>
        </p:nvSpPr>
        <p:spPr>
          <a:xfrm>
            <a:off x="2201811" y="2233575"/>
            <a:ext cx="1609800" cy="58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  <p:sp>
        <p:nvSpPr>
          <p:cNvPr id="306" name="Google Shape;306;p23"/>
          <p:cNvSpPr txBox="1"/>
          <p:nvPr>
            <p:ph hasCustomPrompt="1" idx="3" type="title"/>
          </p:nvPr>
        </p:nvSpPr>
        <p:spPr>
          <a:xfrm>
            <a:off x="5332488" y="2233575"/>
            <a:ext cx="1609800" cy="58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  <p:sp>
        <p:nvSpPr>
          <p:cNvPr id="307" name="Google Shape;307;p23"/>
          <p:cNvSpPr/>
          <p:nvPr/>
        </p:nvSpPr>
        <p:spPr>
          <a:xfrm flipH="1">
            <a:off x="-11" y="0"/>
            <a:ext cx="1371614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3"/>
          <p:cNvSpPr/>
          <p:nvPr/>
        </p:nvSpPr>
        <p:spPr>
          <a:xfrm>
            <a:off x="8355575" y="4357775"/>
            <a:ext cx="788431" cy="785368"/>
          </a:xfrm>
          <a:custGeom>
            <a:rect b="b" l="l" r="r" t="t"/>
            <a:pathLst>
              <a:path extrusionOk="0" h="16396" w="17241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3"/>
          <p:cNvSpPr/>
          <p:nvPr/>
        </p:nvSpPr>
        <p:spPr>
          <a:xfrm flipH="1">
            <a:off x="7353292" y="4786292"/>
            <a:ext cx="1371614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ll numbers">
  <p:cSld name="CUSTOM_15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4"/>
          <p:cNvSpPr txBox="1"/>
          <p:nvPr>
            <p:ph idx="1" type="subTitle"/>
          </p:nvPr>
        </p:nvSpPr>
        <p:spPr>
          <a:xfrm>
            <a:off x="3423600" y="1473000"/>
            <a:ext cx="22965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24"/>
          <p:cNvSpPr txBox="1"/>
          <p:nvPr>
            <p:ph hasCustomPrompt="1" type="title"/>
          </p:nvPr>
        </p:nvSpPr>
        <p:spPr>
          <a:xfrm>
            <a:off x="3423750" y="934700"/>
            <a:ext cx="2296500" cy="457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3" name="Google Shape;313;p24"/>
          <p:cNvSpPr txBox="1"/>
          <p:nvPr>
            <p:ph idx="2" type="subTitle"/>
          </p:nvPr>
        </p:nvSpPr>
        <p:spPr>
          <a:xfrm>
            <a:off x="3423600" y="2688513"/>
            <a:ext cx="22965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4" name="Google Shape;314;p24"/>
          <p:cNvSpPr txBox="1"/>
          <p:nvPr>
            <p:ph hasCustomPrompt="1" idx="3" type="title"/>
          </p:nvPr>
        </p:nvSpPr>
        <p:spPr>
          <a:xfrm>
            <a:off x="3423750" y="2150202"/>
            <a:ext cx="2296500" cy="4572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5" name="Google Shape;315;p24"/>
          <p:cNvSpPr txBox="1"/>
          <p:nvPr>
            <p:ph idx="4" type="subTitle"/>
          </p:nvPr>
        </p:nvSpPr>
        <p:spPr>
          <a:xfrm>
            <a:off x="3423750" y="3904025"/>
            <a:ext cx="22965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6" name="Google Shape;316;p24"/>
          <p:cNvSpPr txBox="1"/>
          <p:nvPr>
            <p:ph hasCustomPrompt="1" idx="5" type="title"/>
          </p:nvPr>
        </p:nvSpPr>
        <p:spPr>
          <a:xfrm>
            <a:off x="3423750" y="3365703"/>
            <a:ext cx="2296500" cy="457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7" name="Google Shape;317;p24"/>
          <p:cNvSpPr/>
          <p:nvPr/>
        </p:nvSpPr>
        <p:spPr>
          <a:xfrm>
            <a:off x="7377200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4"/>
          <p:cNvSpPr/>
          <p:nvPr/>
        </p:nvSpPr>
        <p:spPr>
          <a:xfrm>
            <a:off x="3570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4"/>
          <p:cNvSpPr/>
          <p:nvPr/>
        </p:nvSpPr>
        <p:spPr>
          <a:xfrm>
            <a:off x="6810278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4"/>
          <p:cNvSpPr/>
          <p:nvPr/>
        </p:nvSpPr>
        <p:spPr>
          <a:xfrm>
            <a:off x="6896029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4"/>
          <p:cNvSpPr/>
          <p:nvPr/>
        </p:nvSpPr>
        <p:spPr>
          <a:xfrm>
            <a:off x="8105579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4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4"/>
          <p:cNvSpPr/>
          <p:nvPr/>
        </p:nvSpPr>
        <p:spPr>
          <a:xfrm>
            <a:off x="6739789" y="3268775"/>
            <a:ext cx="1104128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4"/>
          <p:cNvSpPr/>
          <p:nvPr/>
        </p:nvSpPr>
        <p:spPr>
          <a:xfrm>
            <a:off x="18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4"/>
          <p:cNvSpPr/>
          <p:nvPr/>
        </p:nvSpPr>
        <p:spPr>
          <a:xfrm>
            <a:off x="10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4"/>
          <p:cNvSpPr/>
          <p:nvPr/>
        </p:nvSpPr>
        <p:spPr>
          <a:xfrm>
            <a:off x="1299972" y="1500450"/>
            <a:ext cx="490621" cy="356872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slideLayout" Target="../slideLayouts/slideLayout13.xml"  /><Relationship Id="rId14" Type="http://schemas.openxmlformats.org/officeDocument/2006/relationships/slideLayout" Target="../slideLayouts/slideLayout14.xml"  /><Relationship Id="rId15" Type="http://schemas.openxmlformats.org/officeDocument/2006/relationships/slideLayout" Target="../slideLayouts/slideLayout15.xml"  /><Relationship Id="rId16" Type="http://schemas.openxmlformats.org/officeDocument/2006/relationships/slideLayout" Target="../slideLayouts/slideLayout16.xml"  /><Relationship Id="rId17" Type="http://schemas.openxmlformats.org/officeDocument/2006/relationships/slideLayout" Target="../slideLayouts/slideLayout17.xml"  /><Relationship Id="rId18" Type="http://schemas.openxmlformats.org/officeDocument/2006/relationships/slideLayout" Target="../slideLayouts/slideLayout18.xml"  /><Relationship Id="rId19" Type="http://schemas.openxmlformats.org/officeDocument/2006/relationships/slideLayout" Target="../slideLayouts/slideLayout19.xml"  /><Relationship Id="rId2" Type="http://schemas.openxmlformats.org/officeDocument/2006/relationships/slideLayout" Target="../slideLayouts/slideLayout2.xml"  /><Relationship Id="rId20" Type="http://schemas.openxmlformats.org/officeDocument/2006/relationships/slideLayout" Target="../slideLayouts/slideLayout20.xml"  /><Relationship Id="rId21" Type="http://schemas.openxmlformats.org/officeDocument/2006/relationships/slideLayout" Target="../slideLayouts/slideLayout21.xml"  /><Relationship Id="rId22" Type="http://schemas.openxmlformats.org/officeDocument/2006/relationships/slideLayout" Target="../slideLayouts/slideLayout22.xml"  /><Relationship Id="rId23" Type="http://schemas.openxmlformats.org/officeDocument/2006/relationships/slideLayout" Target="../slideLayouts/slideLayout23.xml"  /><Relationship Id="rId24" Type="http://schemas.openxmlformats.org/officeDocument/2006/relationships/theme" Target="../theme/theme1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 Mono"/>
              <a:buNone/>
              <a:defRPr b="1" sz="2800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●"/>
              <a:defRPr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54">
          <p15:clr>
            <a:srgbClr val="EA4335"/>
          </p15:clr>
        </p15:guide>
        <p15:guide id="2" pos="5306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898">
          <p15:clr>
            <a:srgbClr val="EA4335"/>
          </p15:clr>
        </p15:guide>
      </p15:sldGuideLst>
    </p:ext>
  </p:extLst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3.xml"  /><Relationship Id="rId3" Type="http://schemas.openxmlformats.org/officeDocument/2006/relationships/hyperlink" Target="https://start.spring.io/" TargetMode="External"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20.xml"  /><Relationship Id="rId3" Type="http://schemas.openxmlformats.org/officeDocument/2006/relationships/image" Target="../media/image1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20.xml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20.xml"  /><Relationship Id="rId3" Type="http://schemas.openxmlformats.org/officeDocument/2006/relationships/image" Target="../media/image4.png"  /><Relationship Id="rId4" Type="http://schemas.openxmlformats.org/officeDocument/2006/relationships/image" Target="../media/image5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20.xml"  /><Relationship Id="rId3" Type="http://schemas.openxmlformats.org/officeDocument/2006/relationships/image" Target="../media/image6.png"  /><Relationship Id="rId4" Type="http://schemas.openxmlformats.org/officeDocument/2006/relationships/image" Target="../media/image7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20.xml"  /><Relationship Id="rId3" Type="http://schemas.openxmlformats.org/officeDocument/2006/relationships/image" Target="../media/image6.png"  /><Relationship Id="rId4" Type="http://schemas.openxmlformats.org/officeDocument/2006/relationships/image" Target="../media/image7.png"  /><Relationship Id="rId5" Type="http://schemas.openxmlformats.org/officeDocument/2006/relationships/image" Target="../media/image8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2" Type="http://schemas.openxmlformats.org/officeDocument/2006/relationships/slideLayout" Target="../slideLayouts/slideLayout20.xml"  /><Relationship Id="rId3" Type="http://schemas.openxmlformats.org/officeDocument/2006/relationships/image" Target="../media/image9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9.xml"  /><Relationship Id="rId2" Type="http://schemas.openxmlformats.org/officeDocument/2006/relationships/slideLayout" Target="../slideLayouts/slideLayout3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0.xml"  /><Relationship Id="rId2" Type="http://schemas.openxmlformats.org/officeDocument/2006/relationships/slideLayout" Target="../slideLayouts/slideLayout20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1.xml"  /><Relationship Id="rId2" Type="http://schemas.openxmlformats.org/officeDocument/2006/relationships/slideLayout" Target="../slideLayouts/slideLayout20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2.xml"  /><Relationship Id="rId2" Type="http://schemas.openxmlformats.org/officeDocument/2006/relationships/slideLayout" Target="../slideLayouts/slideLayout20.xml"  /><Relationship Id="rId3" Type="http://schemas.openxmlformats.org/officeDocument/2006/relationships/image" Target="../media/image10.png"  /><Relationship Id="rId4" Type="http://schemas.openxmlformats.org/officeDocument/2006/relationships/image" Target="../media/image11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3.xml"  /><Relationship Id="rId2" Type="http://schemas.openxmlformats.org/officeDocument/2006/relationships/slideLayout" Target="../slideLayouts/slideLayout20.xml"  /><Relationship Id="rId3" Type="http://schemas.openxmlformats.org/officeDocument/2006/relationships/image" Target="../media/image12.png"  /><Relationship Id="rId4" Type="http://schemas.openxmlformats.org/officeDocument/2006/relationships/image" Target="../media/image13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4.xml"  /><Relationship Id="rId2" Type="http://schemas.openxmlformats.org/officeDocument/2006/relationships/slideLayout" Target="../slideLayouts/slideLayout20.xml"  /><Relationship Id="rId3" Type="http://schemas.openxmlformats.org/officeDocument/2006/relationships/image" Target="../media/image14.png"  /><Relationship Id="rId4" Type="http://schemas.openxmlformats.org/officeDocument/2006/relationships/image" Target="../media/image15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5.xml"  /><Relationship Id="rId2" Type="http://schemas.openxmlformats.org/officeDocument/2006/relationships/slideLayout" Target="../slideLayouts/slideLayout20.xml"  /><Relationship Id="rId3" Type="http://schemas.openxmlformats.org/officeDocument/2006/relationships/image" Target="../media/image16.png"  /><Relationship Id="rId4" Type="http://schemas.openxmlformats.org/officeDocument/2006/relationships/image" Target="../media/image17.png"  /><Relationship Id="rId5" Type="http://schemas.openxmlformats.org/officeDocument/2006/relationships/image" Target="../media/image18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6.xml"  /><Relationship Id="rId2" Type="http://schemas.openxmlformats.org/officeDocument/2006/relationships/slideLayout" Target="../slideLayouts/slideLayout3.xml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7.xml"  /><Relationship Id="rId2" Type="http://schemas.openxmlformats.org/officeDocument/2006/relationships/slideLayout" Target="../slideLayouts/slideLayout10.xml"  /><Relationship Id="rId3" Type="http://schemas.openxmlformats.org/officeDocument/2006/relationships/image" Target="../media/image19.jpe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8.xml"  /><Relationship Id="rId2" Type="http://schemas.openxmlformats.org/officeDocument/2006/relationships/slideLayout" Target="../slideLayouts/slideLayout20.xml"  /><Relationship Id="rId3" Type="http://schemas.openxmlformats.org/officeDocument/2006/relationships/image" Target="../media/image20.png"  /><Relationship Id="rId4" Type="http://schemas.openxmlformats.org/officeDocument/2006/relationships/image" Target="../media/image21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9.xml"  /><Relationship Id="rId2" Type="http://schemas.openxmlformats.org/officeDocument/2006/relationships/slideLayout" Target="../slideLayouts/slideLayout10.xml"  /><Relationship Id="rId3" Type="http://schemas.openxmlformats.org/officeDocument/2006/relationships/image" Target="../media/image19.jpe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0.xml"  /><Relationship Id="rId2" Type="http://schemas.openxmlformats.org/officeDocument/2006/relationships/slideLayout" Target="../slideLayouts/slideLayout20.xml"  /><Relationship Id="rId3" Type="http://schemas.openxmlformats.org/officeDocument/2006/relationships/image" Target="../media/image22.png"  /><Relationship Id="rId4" Type="http://schemas.openxmlformats.org/officeDocument/2006/relationships/image" Target="../media/image23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1.xml"  /><Relationship Id="rId2" Type="http://schemas.openxmlformats.org/officeDocument/2006/relationships/slideLayout" Target="../slideLayouts/slideLayout20.xml"  /><Relationship Id="rId3" Type="http://schemas.openxmlformats.org/officeDocument/2006/relationships/image" Target="../media/image24.png"  /><Relationship Id="rId4" Type="http://schemas.openxmlformats.org/officeDocument/2006/relationships/image" Target="../media/image25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2.xml"  /><Relationship Id="rId2" Type="http://schemas.openxmlformats.org/officeDocument/2006/relationships/slideLayout" Target="../slideLayouts/slideLayout20.xml"  /><Relationship Id="rId3" Type="http://schemas.openxmlformats.org/officeDocument/2006/relationships/image" Target="../media/image26.png"  /><Relationship Id="rId4" Type="http://schemas.openxmlformats.org/officeDocument/2006/relationships/image" Target="../media/image27.pn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3.xml"  /><Relationship Id="rId2" Type="http://schemas.openxmlformats.org/officeDocument/2006/relationships/slideLayout" Target="../slideLayouts/slideLayout20.xml"  /><Relationship Id="rId3" Type="http://schemas.openxmlformats.org/officeDocument/2006/relationships/image" Target="../media/image28.png"  /><Relationship Id="rId4" Type="http://schemas.openxmlformats.org/officeDocument/2006/relationships/image" Target="../media/image29.png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4.xml"  /><Relationship Id="rId2" Type="http://schemas.openxmlformats.org/officeDocument/2006/relationships/slideLayout" Target="../slideLayouts/slideLayout20.xml"  /><Relationship Id="rId3" Type="http://schemas.openxmlformats.org/officeDocument/2006/relationships/image" Target="../media/image30.png"  /><Relationship Id="rId4" Type="http://schemas.openxmlformats.org/officeDocument/2006/relationships/image" Target="../media/image31.png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5.xml"  /><Relationship Id="rId2" Type="http://schemas.openxmlformats.org/officeDocument/2006/relationships/slideLayout" Target="../slideLayouts/slideLayout20.xml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6.xml"  /><Relationship Id="rId2" Type="http://schemas.openxmlformats.org/officeDocument/2006/relationships/slideLayout" Target="../slideLayouts/slideLayout20.xml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7.xml"  /><Relationship Id="rId2" Type="http://schemas.openxmlformats.org/officeDocument/2006/relationships/slideLayout" Target="../slideLayouts/slideLayout20.xml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8.xml"  /><Relationship Id="rId2" Type="http://schemas.openxmlformats.org/officeDocument/2006/relationships/slideLayout" Target="../slideLayouts/slideLayout20.xml"  /></Relationships>
</file>

<file path=ppt/slides/_rels/slide2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9.xml"  /><Relationship Id="rId2" Type="http://schemas.openxmlformats.org/officeDocument/2006/relationships/slideLayout" Target="../slideLayouts/slideLayout10.xml"  /><Relationship Id="rId3" Type="http://schemas.openxmlformats.org/officeDocument/2006/relationships/image" Target="../media/image19.jpe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7"/>
          <p:cNvSpPr txBox="1">
            <a:spLocks noGrp="1"/>
          </p:cNvSpPr>
          <p:nvPr>
            <p:ph type="ctrTitle" idx="0"/>
          </p:nvPr>
        </p:nvSpPr>
        <p:spPr>
          <a:xfrm>
            <a:off x="718575" y="1369045"/>
            <a:ext cx="8520600" cy="1910400"/>
          </a:xfrm>
          <a:prstGeom prst="rect">
            <a:avLst/>
          </a:prstGeom>
        </p:spPr>
        <p:txBody>
          <a:bodyPr wrap="square" lIns="91425" tIns="91425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/>
              <a:t>SPRING BOOT</a:t>
            </a:r>
            <a:endParaRPr lang="en-US" altLang="ko-KR"/>
          </a:p>
        </p:txBody>
      </p:sp>
      <p:sp>
        <p:nvSpPr>
          <p:cNvPr id="335" name="Google Shape;335;p27"/>
          <p:cNvSpPr txBox="1">
            <a:spLocks noGrp="1"/>
          </p:cNvSpPr>
          <p:nvPr>
            <p:ph type="subTitle" idx="1"/>
          </p:nvPr>
        </p:nvSpPr>
        <p:spPr>
          <a:xfrm>
            <a:off x="769050" y="3396100"/>
            <a:ext cx="6615600" cy="792600"/>
          </a:xfrm>
          <a:prstGeom prst="rect">
            <a:avLst/>
          </a:prstGeom>
        </p:spPr>
        <p:txBody>
          <a:bodyPr wrap="square" lIns="91424" tIns="0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2600" b="1">
                <a:solidFill>
                  <a:schemeClr val="dk2"/>
                </a:solidFill>
                <a:latin typeface="맑은 고딕"/>
                <a:ea typeface="맑은 고딕"/>
              </a:rPr>
              <a:t>BOOT</a:t>
            </a:r>
            <a:r>
              <a:rPr lang="ko-KR" altLang="en-US" sz="2600" b="1">
                <a:solidFill>
                  <a:schemeClr val="dk2"/>
                </a:solidFill>
                <a:latin typeface="맑은 고딕"/>
                <a:ea typeface="맑은 고딕"/>
              </a:rPr>
              <a:t>버전의 스프링 프레임워크</a:t>
            </a:r>
            <a:endParaRPr lang="ko-KR" altLang="en-US" sz="2600" b="1">
              <a:solidFill>
                <a:schemeClr val="dk2"/>
              </a:solidFill>
              <a:latin typeface="맑은 고딕"/>
              <a:ea typeface="맑은 고딕"/>
            </a:endParaRPr>
          </a:p>
        </p:txBody>
      </p:sp>
      <p:sp>
        <p:nvSpPr>
          <p:cNvPr id="336" name="가로 글상자 335"/>
          <p:cNvSpPr txBox="1"/>
          <p:nvPr/>
        </p:nvSpPr>
        <p:spPr>
          <a:xfrm>
            <a:off x="5319628" y="3792400"/>
            <a:ext cx="2065022" cy="539570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3000" b="1">
                <a:solidFill>
                  <a:schemeClr val="dk2"/>
                </a:solidFill>
                <a:latin typeface="맑은 고딕"/>
                <a:ea typeface="맑은 고딕"/>
              </a:rPr>
              <a:t>-</a:t>
            </a:r>
            <a:r>
              <a:rPr lang="ko-KR" altLang="en-US" sz="3000" b="1">
                <a:solidFill>
                  <a:schemeClr val="dk2"/>
                </a:solidFill>
                <a:latin typeface="맑은 고딕"/>
                <a:ea typeface="맑은 고딕"/>
              </a:rPr>
              <a:t>설 </a:t>
            </a:r>
            <a:r>
              <a:rPr lang="en-US" altLang="ko-KR" sz="3000" b="1">
                <a:solidFill>
                  <a:schemeClr val="dk2"/>
                </a:solidFill>
                <a:latin typeface="맑은 고딕"/>
                <a:ea typeface="맑은 고딕"/>
              </a:rPr>
              <a:t>*</a:t>
            </a:r>
            <a:r>
              <a:rPr lang="ko-KR" altLang="en-US" sz="3000" b="1">
                <a:solidFill>
                  <a:schemeClr val="dk2"/>
                </a:solidFill>
                <a:latin typeface="맑은 고딕"/>
                <a:ea typeface="맑은 고딕"/>
              </a:rPr>
              <a:t> </a:t>
            </a:r>
            <a:r>
              <a:rPr lang="en-US" altLang="ko-KR" sz="3000" b="1">
                <a:solidFill>
                  <a:schemeClr val="dk2"/>
                </a:solidFill>
                <a:latin typeface="맑은 고딕"/>
                <a:ea typeface="맑은 고딕"/>
              </a:rPr>
              <a:t>*-</a:t>
            </a:r>
            <a:endParaRPr lang="en-US" altLang="ko-KR" sz="3000" b="1">
              <a:solidFill>
                <a:schemeClr val="dk2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2"/>
          <p:cNvSpPr txBox="1">
            <a:spLocks noGrp="1"/>
          </p:cNvSpPr>
          <p:nvPr>
            <p:ph type="title" idx="0"/>
          </p:nvPr>
        </p:nvSpPr>
        <p:spPr>
          <a:xfrm>
            <a:off x="454800" y="2571750"/>
            <a:ext cx="8425200" cy="447900"/>
          </a:xfrm>
          <a:prstGeom prst="rect">
            <a:avLst/>
          </a:prstGeom>
        </p:spPr>
        <p:txBody>
          <a:bodyPr wrap="square" lIns="91425" tIns="0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/>
              <a:t>SPRING BOOT PROJECT</a:t>
            </a:r>
            <a:r>
              <a:rPr lang="ko-KR" altLang="en-US"/>
              <a:t> 생성 </a:t>
            </a:r>
            <a:r>
              <a:rPr lang="en-US" altLang="ko-KR"/>
              <a:t>/</a:t>
            </a:r>
            <a:r>
              <a:rPr lang="ko-KR" altLang="en-US"/>
              <a:t> 환경설정</a:t>
            </a:r>
            <a:br>
              <a:rPr lang="en-US" altLang="ko-KR"/>
            </a:br>
            <a:r>
              <a:rPr lang="en-US" altLang="ko-KR"/>
              <a:t>(</a:t>
            </a:r>
            <a:r>
              <a:rPr lang="en-US" altLang="ko-KR">
                <a:hlinkClick r:id="rId3"/>
              </a:rPr>
              <a:t>https://start.spring.io/</a:t>
            </a:r>
            <a:r>
              <a:rPr lang="ko-KR" altLang="en-US"/>
              <a:t> 활용 혹은 </a:t>
            </a:r>
            <a:r>
              <a:rPr lang="en-US" altLang="ko-KR"/>
              <a:t>Starter Project</a:t>
            </a:r>
            <a:r>
              <a:rPr lang="ko-KR" altLang="en-US"/>
              <a:t>로 생성</a:t>
            </a:r>
            <a:r>
              <a:rPr lang="en-US" altLang="ko-KR"/>
              <a:t>)</a:t>
            </a:r>
            <a:endParaRPr lang="en-US" altLang="ko-KR"/>
          </a:p>
        </p:txBody>
      </p:sp>
      <p:sp>
        <p:nvSpPr>
          <p:cNvPr id="375" name="Google Shape;375;p32"/>
          <p:cNvSpPr txBox="1">
            <a:spLocks noGrp="1"/>
          </p:cNvSpPr>
          <p:nvPr>
            <p:ph type="title" idx="2"/>
          </p:nvPr>
        </p:nvSpPr>
        <p:spPr>
          <a:xfrm>
            <a:off x="454799" y="1441124"/>
            <a:ext cx="8425200" cy="489600"/>
          </a:xfrm>
          <a:prstGeom prst="rect">
            <a:avLst/>
          </a:prstGeom>
        </p:spPr>
        <p:txBody>
          <a:bodyPr wrap="square" lIns="91425" tIns="0" rIns="91425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01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그림 34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04800" y="925793"/>
            <a:ext cx="7468845" cy="4084143"/>
          </a:xfrm>
          <a:prstGeom prst="rect">
            <a:avLst/>
          </a:prstGeom>
        </p:spPr>
      </p:pic>
      <p:sp>
        <p:nvSpPr>
          <p:cNvPr id="340" name="Google Shape;340;p28"/>
          <p:cNvSpPr txBox="1">
            <a:spLocks noGrp="1"/>
          </p:cNvSpPr>
          <p:nvPr>
            <p:ph type="title" idx="0"/>
          </p:nvPr>
        </p:nvSpPr>
        <p:spPr>
          <a:xfrm>
            <a:off x="603630" y="162224"/>
            <a:ext cx="7868160" cy="669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/>
              <a:t>SPRING initializer</a:t>
            </a:r>
            <a:r>
              <a:rPr lang="ko-KR" altLang="en-US"/>
              <a:t>를 활용한 프로젝트 구현</a:t>
            </a:r>
            <a:endParaRPr lang="ko-KR" altLang="en-US"/>
          </a:p>
        </p:txBody>
      </p:sp>
      <p:sp>
        <p:nvSpPr>
          <p:cNvPr id="345" name="가로 글상자 344"/>
          <p:cNvSpPr txBox="1"/>
          <p:nvPr/>
        </p:nvSpPr>
        <p:spPr>
          <a:xfrm>
            <a:off x="4126054" y="3391217"/>
            <a:ext cx="1808019" cy="1550353"/>
          </a:xfrm>
          <a:prstGeom prst="rect">
            <a:avLst/>
          </a:prstGeom>
        </p:spPr>
        <p:txBody>
          <a:bodyPr wrap="square">
            <a:spAutoFit/>
          </a:bodyPr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EN-US" sz="1000" b="0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</a:rPr>
              <a:t>[</a:t>
            </a:r>
            <a:r>
              <a:rPr xmlns:mc="http://schemas.openxmlformats.org/markup-compatibility/2006" xmlns:hp="http://schemas.haansoft.com/office/presentation/8.0" sz="1000" b="0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프로젝트 선택</a:t>
            </a:r>
            <a:r>
              <a:rPr xmlns:mc="http://schemas.openxmlformats.org/markup-compatibility/2006" xmlns:hp="http://schemas.haansoft.com/office/presentation/8.0" lang="EN-US" sz="1000" b="0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</a:rPr>
              <a:t>]</a:t>
            </a:r>
            <a:endParaRPr xmlns:mc="http://schemas.openxmlformats.org/markup-compatibility/2006" xmlns:hp="http://schemas.haansoft.com/office/presentation/8.0" lang="EN-US" sz="1000" b="0" i="0" u="none" strike="noStrike" baseline="0" mc:Ignorable="hp" hp:hslEmbossed="0">
              <a:solidFill>
                <a:srgbClr val="000000"/>
              </a:solidFill>
              <a:latin typeface="함초롬바탕"/>
              <a:ea typeface="함초롬바탕"/>
            </a:endParaRPr>
          </a:p>
          <a:p>
            <a:pPr marL="0" lvl="1" indent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/>
              <a:buNone/>
              <a:defRPr/>
            </a:pPr>
            <a:r>
              <a:rPr xmlns:mc="http://schemas.openxmlformats.org/markup-compatibility/2006" xmlns:hp="http://schemas.haansoft.com/office/presentation/8.0" lang="EN-US" sz="1000" b="0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</a:rPr>
              <a:t>Project: Maven Project</a:t>
            </a:r>
            <a:endParaRPr xmlns:mc="http://schemas.openxmlformats.org/markup-compatibility/2006" xmlns:hp="http://schemas.haansoft.com/office/presentation/8.0" lang="EN-US" sz="1000" b="0" i="0" u="none" strike="noStrike" baseline="0" mc:Ignorable="hp" hp:hslEmbossed="0">
              <a:solidFill>
                <a:srgbClr val="000000"/>
              </a:solidFill>
              <a:latin typeface="함초롬바탕"/>
              <a:ea typeface="함초롬바탕"/>
            </a:endParaRPr>
          </a:p>
          <a:p>
            <a:pPr marL="0" lvl="1" indent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/>
              <a:buNone/>
              <a:defRPr/>
            </a:pPr>
            <a:r>
              <a:rPr xmlns:mc="http://schemas.openxmlformats.org/markup-compatibility/2006" xmlns:hp="http://schemas.haansoft.com/office/presentation/8.0" lang="EN-US" sz="1000" b="0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</a:rPr>
              <a:t>Spring Boot: 2.7.x</a:t>
            </a:r>
            <a:endParaRPr xmlns:mc="http://schemas.openxmlformats.org/markup-compatibility/2006" xmlns:hp="http://schemas.haansoft.com/office/presentation/8.0" lang="EN-US" sz="1000" b="0" i="0" u="none" strike="noStrike" baseline="0" mc:Ignorable="hp" hp:hslEmbossed="0">
              <a:solidFill>
                <a:srgbClr val="000000"/>
              </a:solidFill>
              <a:latin typeface="함초롬바탕"/>
              <a:ea typeface="함초롬바탕"/>
            </a:endParaRPr>
          </a:p>
          <a:p>
            <a:pPr marL="0" lvl="1" indent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/>
              <a:buNone/>
              <a:defRPr/>
            </a:pPr>
            <a:r>
              <a:rPr xmlns:mc="http://schemas.openxmlformats.org/markup-compatibility/2006" xmlns:hp="http://schemas.haansoft.com/office/presentation/8.0" lang="EN-US" sz="1000" b="0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</a:rPr>
              <a:t>Language: Java</a:t>
            </a:r>
            <a:endParaRPr xmlns:mc="http://schemas.openxmlformats.org/markup-compatibility/2006" xmlns:hp="http://schemas.haansoft.com/office/presentation/8.0" lang="EN-US" sz="1000" b="0" i="0" u="none" strike="noStrike" baseline="0" mc:Ignorable="hp" hp:hslEmbossed="0">
              <a:solidFill>
                <a:srgbClr val="000000"/>
              </a:solidFill>
              <a:latin typeface="함초롬바탕"/>
              <a:ea typeface="함초롬바탕"/>
            </a:endParaRPr>
          </a:p>
          <a:p>
            <a:pPr marL="0" lvl="1" indent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/>
              <a:buNone/>
              <a:defRPr/>
            </a:pPr>
            <a:r>
              <a:rPr xmlns:mc="http://schemas.openxmlformats.org/markup-compatibility/2006" xmlns:hp="http://schemas.haansoft.com/office/presentation/8.0" lang="EN-US" sz="1000" b="0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</a:rPr>
              <a:t>Packaging: Jar</a:t>
            </a:r>
            <a:endParaRPr xmlns:mc="http://schemas.openxmlformats.org/markup-compatibility/2006" xmlns:hp="http://schemas.haansoft.com/office/presentation/8.0" lang="EN-US" sz="1000" b="0" i="0" u="none" strike="noStrike" baseline="0" mc:Ignorable="hp" hp:hslEmbossed="0">
              <a:solidFill>
                <a:srgbClr val="000000"/>
              </a:solidFill>
              <a:latin typeface="함초롬바탕"/>
              <a:ea typeface="함초롬바탕"/>
            </a:endParaRPr>
          </a:p>
          <a:p>
            <a:pPr marL="0" lvl="1" indent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/>
              <a:buNone/>
              <a:defRPr/>
            </a:pPr>
            <a:r>
              <a:rPr xmlns:mc="http://schemas.openxmlformats.org/markup-compatibility/2006" xmlns:hp="http://schemas.haansoft.com/office/presentation/8.0" lang="EN-US" sz="1000" b="0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</a:rPr>
              <a:t>Java: 11</a:t>
            </a:r>
            <a:endParaRPr lang="ko-KR" altLang="en-US" sz="1000" b="1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350" name="가로 글상자 349"/>
          <p:cNvSpPr txBox="1"/>
          <p:nvPr/>
        </p:nvSpPr>
        <p:spPr>
          <a:xfrm>
            <a:off x="5934074" y="3513137"/>
            <a:ext cx="1808019" cy="1306513"/>
          </a:xfrm>
          <a:prstGeom prst="rect">
            <a:avLst/>
          </a:prstGeom>
        </p:spPr>
        <p:txBody>
          <a:bodyPr wrap="square">
            <a:spAutoFit/>
          </a:bodyPr>
          <a:p>
            <a:pPr marL="0" lvl="1" indent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/>
              <a:buNone/>
              <a:defRPr/>
            </a:pPr>
            <a:r>
              <a:rPr xmlns:mc="http://schemas.openxmlformats.org/markup-compatibility/2006" xmlns:hp="http://schemas.haansoft.com/office/presentation/8.0" lang="EN-US" sz="1000" b="0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</a:rPr>
              <a:t>[ Project Metadata ]</a:t>
            </a:r>
            <a:endParaRPr xmlns:mc="http://schemas.openxmlformats.org/markup-compatibility/2006" xmlns:hp="http://schemas.haansoft.com/office/presentation/8.0" lang="EN-US" sz="1000" b="0" i="0" u="none" strike="noStrike" baseline="0" mc:Ignorable="hp" hp:hslEmbossed="0">
              <a:solidFill>
                <a:srgbClr val="000000"/>
              </a:solidFill>
              <a:latin typeface="함초롬바탕"/>
              <a:ea typeface="함초롬바탕"/>
            </a:endParaRPr>
          </a:p>
          <a:p>
            <a:pPr marL="0" lvl="1" indent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/>
              <a:buNone/>
              <a:defRPr/>
            </a:pPr>
            <a:r>
              <a:rPr xmlns:mc="http://schemas.openxmlformats.org/markup-compatibility/2006" xmlns:hp="http://schemas.haansoft.com/office/presentation/8.0" lang="EN-US" sz="1000" b="0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</a:rPr>
              <a:t>-</a:t>
            </a:r>
            <a:r>
              <a:rPr xmlns:mc="http://schemas.openxmlformats.org/markup-compatibility/2006" xmlns:hp="http://schemas.haansoft.com/office/presentation/8.0" lang="ko-KR" altLang="en-US" sz="1000" b="0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</a:rPr>
              <a:t> </a:t>
            </a:r>
            <a:r>
              <a:rPr xmlns:mc="http://schemas.openxmlformats.org/markup-compatibility/2006" xmlns:hp="http://schemas.haansoft.com/office/presentation/8.0" lang="EN-US" sz="1000" b="0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</a:rPr>
              <a:t>groupId: hello</a:t>
            </a:r>
            <a:endParaRPr xmlns:mc="http://schemas.openxmlformats.org/markup-compatibility/2006" xmlns:hp="http://schemas.haansoft.com/office/presentation/8.0" lang="EN-US" sz="1000" b="0" i="0" u="none" strike="noStrike" baseline="0" mc:Ignorable="hp" hp:hslEmbossed="0">
              <a:solidFill>
                <a:srgbClr val="000000"/>
              </a:solidFill>
              <a:latin typeface="함초롬바탕"/>
              <a:ea typeface="함초롬바탕"/>
            </a:endParaRPr>
          </a:p>
          <a:p>
            <a:pPr marL="0" lvl="1" indent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/>
              <a:buNone/>
              <a:defRPr/>
            </a:pPr>
            <a:r>
              <a:rPr xmlns:mc="http://schemas.openxmlformats.org/markup-compatibility/2006" xmlns:hp="http://schemas.haansoft.com/office/presentation/8.0" lang="EN-US" sz="1000" b="0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</a:rPr>
              <a:t>-</a:t>
            </a:r>
            <a:r>
              <a:rPr xmlns:mc="http://schemas.openxmlformats.org/markup-compatibility/2006" xmlns:hp="http://schemas.haansoft.com/office/presentation/8.0" lang="ko-KR" altLang="en-US" sz="1000" b="0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</a:rPr>
              <a:t> </a:t>
            </a:r>
            <a:r>
              <a:rPr xmlns:mc="http://schemas.openxmlformats.org/markup-compatibility/2006" xmlns:hp="http://schemas.haansoft.com/office/presentation/8.0" lang="EN-US" sz="1000" b="0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</a:rPr>
              <a:t>artifactId: hello-spring</a:t>
            </a:r>
            <a:endParaRPr xmlns:mc="http://schemas.openxmlformats.org/markup-compatibility/2006" xmlns:hp="http://schemas.haansoft.com/office/presentation/8.0" lang="EN-US" sz="1000" b="0" i="0" u="none" strike="noStrike" baseline="0" mc:Ignorable="hp" hp:hslEmbossed="0">
              <a:solidFill>
                <a:srgbClr val="000000"/>
              </a:solidFill>
              <a:latin typeface="함초롬바탕"/>
              <a:ea typeface="함초롬바탕"/>
            </a:endParaRPr>
          </a:p>
          <a:p>
            <a:pPr marL="0" lvl="1" indent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/>
              <a:buNone/>
              <a:defRPr/>
            </a:pPr>
            <a:r>
              <a:rPr xmlns:mc="http://schemas.openxmlformats.org/markup-compatibility/2006" xmlns:hp="http://schemas.haansoft.com/office/presentation/8.0" lang="EN-US" sz="1000" b="0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</a:rPr>
              <a:t>[Dependencies]</a:t>
            </a:r>
            <a:endParaRPr xmlns:mc="http://schemas.openxmlformats.org/markup-compatibility/2006" xmlns:hp="http://schemas.haansoft.com/office/presentation/8.0" lang="EN-US" sz="1000" b="0" i="0" u="none" strike="noStrike" baseline="0" mc:Ignorable="hp" hp:hslEmbossed="0">
              <a:solidFill>
                <a:srgbClr val="000000"/>
              </a:solidFill>
              <a:latin typeface="함초롬바탕"/>
              <a:ea typeface="함초롬바탕"/>
            </a:endParaRPr>
          </a:p>
          <a:p>
            <a:pPr marL="0" lvl="1" indent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/>
              <a:buNone/>
              <a:defRPr/>
            </a:pPr>
            <a:r>
              <a:rPr xmlns:mc="http://schemas.openxmlformats.org/markup-compatibility/2006" xmlns:hp="http://schemas.haansoft.com/office/presentation/8.0" lang="EN-US" sz="1000" b="0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</a:rPr>
              <a:t>Spring Web, Lombok</a:t>
            </a:r>
            <a:endParaRPr lang="ko-KR" altLang="en-US" sz="1000" b="1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8"/>
          <p:cNvSpPr txBox="1">
            <a:spLocks noGrp="1"/>
          </p:cNvSpPr>
          <p:nvPr>
            <p:ph type="title" idx="0"/>
          </p:nvPr>
        </p:nvSpPr>
        <p:spPr>
          <a:xfrm>
            <a:off x="603630" y="162224"/>
            <a:ext cx="7868160" cy="669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/>
              <a:t>SPRING initializer</a:t>
            </a:r>
            <a:r>
              <a:rPr lang="ko-KR" altLang="en-US"/>
              <a:t>를 활용한 프로젝트 구현</a:t>
            </a:r>
            <a:endParaRPr lang="ko-KR" altLang="en-US"/>
          </a:p>
        </p:txBody>
      </p:sp>
      <p:pic>
        <p:nvPicPr>
          <p:cNvPr id="351" name="그림 35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17065" y="1025808"/>
            <a:ext cx="1848107" cy="485842"/>
          </a:xfrm>
          <a:prstGeom prst="rect">
            <a:avLst/>
          </a:prstGeom>
        </p:spPr>
      </p:pic>
      <p:sp>
        <p:nvSpPr>
          <p:cNvPr id="352" name="가로 글상자 351"/>
          <p:cNvSpPr txBox="1"/>
          <p:nvPr/>
        </p:nvSpPr>
        <p:spPr>
          <a:xfrm>
            <a:off x="2869585" y="1175452"/>
            <a:ext cx="5500139" cy="3361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 b="1">
                <a:solidFill>
                  <a:schemeClr val="lt1"/>
                </a:solidFill>
                <a:latin typeface="맑은 고딕"/>
                <a:ea typeface="맑은 고딕"/>
              </a:rPr>
              <a:t>Ctrl +</a:t>
            </a:r>
            <a:r>
              <a:rPr lang="ko-KR" altLang="en-US" sz="1600" b="1">
                <a:solidFill>
                  <a:schemeClr val="lt1"/>
                </a:solidFill>
                <a:latin typeface="맑은 고딕"/>
                <a:ea typeface="맑은 고딕"/>
              </a:rPr>
              <a:t> </a:t>
            </a:r>
            <a:r>
              <a:rPr lang="en-US" altLang="ko-KR" sz="1600" b="1">
                <a:solidFill>
                  <a:schemeClr val="lt1"/>
                </a:solidFill>
                <a:latin typeface="맑은 고딕"/>
                <a:ea typeface="맑은 고딕"/>
              </a:rPr>
              <a:t>Enter</a:t>
            </a:r>
            <a:r>
              <a:rPr lang="ko-KR" altLang="en-US" sz="1600" b="1">
                <a:solidFill>
                  <a:schemeClr val="lt1"/>
                </a:solidFill>
                <a:latin typeface="맑은 고딕"/>
                <a:ea typeface="맑은 고딕"/>
              </a:rPr>
              <a:t>를 입력하면 이와 같이 생성이 됩니다</a:t>
            </a:r>
            <a:r>
              <a:rPr lang="en-US" altLang="ko-KR" sz="1600" b="1">
                <a:solidFill>
                  <a:schemeClr val="lt1"/>
                </a:solidFill>
                <a:latin typeface="맑은 고딕"/>
                <a:ea typeface="맑은 고딕"/>
              </a:rPr>
              <a:t>.</a:t>
            </a:r>
            <a:endParaRPr lang="en-US" altLang="ko-KR" sz="1600" b="1">
              <a:solidFill>
                <a:schemeClr val="lt1"/>
              </a:solidFill>
              <a:latin typeface="맑은 고딕"/>
              <a:ea typeface="맑은 고딕"/>
            </a:endParaRPr>
          </a:p>
        </p:txBody>
      </p:sp>
      <p:pic>
        <p:nvPicPr>
          <p:cNvPr id="353" name="그림 352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17065" y="1742959"/>
            <a:ext cx="5896798" cy="1657581"/>
          </a:xfrm>
          <a:prstGeom prst="rect">
            <a:avLst/>
          </a:prstGeom>
        </p:spPr>
      </p:pic>
      <p:sp>
        <p:nvSpPr>
          <p:cNvPr id="354" name="가로 글상자 353"/>
          <p:cNvSpPr txBox="1"/>
          <p:nvPr/>
        </p:nvSpPr>
        <p:spPr>
          <a:xfrm>
            <a:off x="417065" y="3552893"/>
            <a:ext cx="5500139" cy="3314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600" b="1">
                <a:solidFill>
                  <a:schemeClr val="lt1"/>
                </a:solidFill>
                <a:latin typeface="맑은 고딕"/>
                <a:ea typeface="맑은 고딕"/>
              </a:rPr>
              <a:t>압축을 풀면 이와 같은 파일이 생성이 됩니다</a:t>
            </a:r>
            <a:r>
              <a:rPr lang="en-US" altLang="ko-KR" sz="1600" b="1">
                <a:solidFill>
                  <a:schemeClr val="lt1"/>
                </a:solidFill>
                <a:latin typeface="맑은 고딕"/>
                <a:ea typeface="맑은 고딕"/>
              </a:rPr>
              <a:t>.</a:t>
            </a:r>
            <a:endParaRPr lang="en-US" altLang="ko-KR" sz="1600" b="1">
              <a:solidFill>
                <a:schemeClr val="lt1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77252460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8"/>
          <p:cNvSpPr txBox="1">
            <a:spLocks noGrp="1"/>
          </p:cNvSpPr>
          <p:nvPr>
            <p:ph type="title" idx="0"/>
          </p:nvPr>
        </p:nvSpPr>
        <p:spPr>
          <a:xfrm>
            <a:off x="603630" y="162224"/>
            <a:ext cx="7868160" cy="669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/>
              <a:t>SPRING Starter Project</a:t>
            </a:r>
            <a:r>
              <a:rPr lang="ko-KR" altLang="en-US"/>
              <a:t>로 프로젝트 구현</a:t>
            </a:r>
            <a:endParaRPr lang="ko-KR" altLang="en-US"/>
          </a:p>
        </p:txBody>
      </p:sp>
      <p:pic>
        <p:nvPicPr>
          <p:cNvPr id="351" name="그림 35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75832" y="831225"/>
            <a:ext cx="4636791" cy="3843035"/>
          </a:xfrm>
          <a:prstGeom prst="rect">
            <a:avLst/>
          </a:prstGeom>
        </p:spPr>
      </p:pic>
      <p:pic>
        <p:nvPicPr>
          <p:cNvPr id="353" name="그림 352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113531" y="831224"/>
            <a:ext cx="3358259" cy="413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665711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8"/>
          <p:cNvSpPr txBox="1">
            <a:spLocks noGrp="1"/>
          </p:cNvSpPr>
          <p:nvPr>
            <p:ph type="title" idx="0"/>
          </p:nvPr>
        </p:nvSpPr>
        <p:spPr>
          <a:xfrm>
            <a:off x="603630" y="162224"/>
            <a:ext cx="7868160" cy="669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/>
              <a:t>SPRING Starter Project</a:t>
            </a:r>
            <a:r>
              <a:rPr lang="ko-KR" altLang="en-US"/>
              <a:t>로 프로젝트 구현</a:t>
            </a:r>
            <a:endParaRPr lang="ko-KR" altLang="en-US"/>
          </a:p>
        </p:txBody>
      </p:sp>
      <p:pic>
        <p:nvPicPr>
          <p:cNvPr id="352" name="그림 35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29621" y="914399"/>
            <a:ext cx="2986484" cy="3954780"/>
          </a:xfrm>
          <a:prstGeom prst="rect">
            <a:avLst/>
          </a:prstGeom>
        </p:spPr>
      </p:pic>
      <p:pic>
        <p:nvPicPr>
          <p:cNvPr id="353" name="그림 352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455014" y="914400"/>
            <a:ext cx="2927391" cy="395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869849"/>
      </p:ext>
    </p:extLst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8"/>
          <p:cNvSpPr txBox="1">
            <a:spLocks noGrp="1"/>
          </p:cNvSpPr>
          <p:nvPr>
            <p:ph type="title" idx="0"/>
          </p:nvPr>
        </p:nvSpPr>
        <p:spPr>
          <a:xfrm>
            <a:off x="603630" y="162224"/>
            <a:ext cx="7868160" cy="669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/>
              <a:t>SPRING Starter Project</a:t>
            </a:r>
            <a:r>
              <a:rPr lang="ko-KR" altLang="en-US"/>
              <a:t>로 프로젝트 구현</a:t>
            </a:r>
            <a:endParaRPr lang="ko-KR" altLang="en-US"/>
          </a:p>
        </p:txBody>
      </p:sp>
      <p:pic>
        <p:nvPicPr>
          <p:cNvPr id="352" name="그림 35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29621" y="914399"/>
            <a:ext cx="2986484" cy="3954780"/>
          </a:xfrm>
          <a:prstGeom prst="rect">
            <a:avLst/>
          </a:prstGeom>
        </p:spPr>
      </p:pic>
      <p:pic>
        <p:nvPicPr>
          <p:cNvPr id="353" name="그림 352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455014" y="914400"/>
            <a:ext cx="2927391" cy="3954780"/>
          </a:xfrm>
          <a:prstGeom prst="rect">
            <a:avLst/>
          </a:prstGeom>
        </p:spPr>
      </p:pic>
      <p:pic>
        <p:nvPicPr>
          <p:cNvPr id="354" name="그림 353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481466" y="831225"/>
            <a:ext cx="2566438" cy="2490207"/>
          </a:xfrm>
          <a:prstGeom prst="rect">
            <a:avLst/>
          </a:prstGeom>
        </p:spPr>
      </p:pic>
      <p:sp>
        <p:nvSpPr>
          <p:cNvPr id="355" name="가로 글상자 354"/>
          <p:cNvSpPr txBox="1"/>
          <p:nvPr/>
        </p:nvSpPr>
        <p:spPr>
          <a:xfrm>
            <a:off x="6481466" y="3653790"/>
            <a:ext cx="2566438" cy="51625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 b="1">
                <a:solidFill>
                  <a:schemeClr val="lt1"/>
                </a:solidFill>
                <a:latin typeface="맑은 고딕"/>
                <a:ea typeface="맑은 고딕"/>
              </a:rPr>
              <a:t>Initializer</a:t>
            </a:r>
            <a:r>
              <a:rPr lang="ko-KR" altLang="en-US" b="1">
                <a:solidFill>
                  <a:schemeClr val="lt1"/>
                </a:solidFill>
                <a:latin typeface="맑은 고딕"/>
                <a:ea typeface="맑은 고딕"/>
              </a:rPr>
              <a:t>와 같은 조건으로 생성하였습니다</a:t>
            </a:r>
            <a:r>
              <a:rPr lang="en-US" altLang="ko-KR" b="1">
                <a:solidFill>
                  <a:schemeClr val="lt1"/>
                </a:solidFill>
                <a:latin typeface="맑은 고딕"/>
                <a:ea typeface="맑은 고딕"/>
              </a:rPr>
              <a:t>.</a:t>
            </a:r>
            <a:endParaRPr lang="en-US" altLang="ko-KR" b="1">
              <a:solidFill>
                <a:schemeClr val="lt1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177215782"/>
      </p:ext>
    </p:extLst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8"/>
          <p:cNvSpPr txBox="1">
            <a:spLocks noGrp="1"/>
          </p:cNvSpPr>
          <p:nvPr>
            <p:ph type="title" idx="0"/>
          </p:nvPr>
        </p:nvSpPr>
        <p:spPr>
          <a:xfrm>
            <a:off x="622680" y="86024"/>
            <a:ext cx="7868160" cy="669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/>
              <a:t>application.properties</a:t>
            </a:r>
            <a:r>
              <a:rPr lang="ko-KR" altLang="en-US"/>
              <a:t>에서 환경설정하기</a:t>
            </a:r>
            <a:endParaRPr lang="ko-KR" altLang="en-US"/>
          </a:p>
        </p:txBody>
      </p:sp>
      <p:pic>
        <p:nvPicPr>
          <p:cNvPr id="359" name="그림 35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09323" y="906298"/>
            <a:ext cx="7713596" cy="2629863"/>
          </a:xfrm>
          <a:prstGeom prst="rect">
            <a:avLst/>
          </a:prstGeom>
        </p:spPr>
      </p:pic>
      <p:sp>
        <p:nvSpPr>
          <p:cNvPr id="360" name="가로 글상자 359"/>
          <p:cNvSpPr txBox="1"/>
          <p:nvPr/>
        </p:nvSpPr>
        <p:spPr>
          <a:xfrm>
            <a:off x="233066" y="3653790"/>
            <a:ext cx="8814838" cy="1154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b="1">
                <a:solidFill>
                  <a:schemeClr val="lt1"/>
                </a:solidFill>
                <a:latin typeface="맑은 고딕"/>
                <a:ea typeface="맑은 고딕"/>
              </a:rPr>
              <a:t>spring.datasource.url=jdbc:mysql://localhost:3306/springdb?useSSL=false&amp;serverTimezone=Asia/Seoul&amp;characterEncoding=UTF-8</a:t>
            </a:r>
            <a:r>
              <a:rPr lang="ko-KR" altLang="en-US" b="1">
                <a:solidFill>
                  <a:schemeClr val="lt1"/>
                </a:solidFill>
                <a:latin typeface="맑은 고딕"/>
                <a:ea typeface="맑은 고딕"/>
              </a:rPr>
              <a:t> 등을 입력하여 환경 설정 합니다</a:t>
            </a:r>
            <a:r>
              <a:rPr lang="en-US" altLang="ko-KR" b="1">
                <a:solidFill>
                  <a:schemeClr val="lt1"/>
                </a:solidFill>
                <a:latin typeface="맑은 고딕"/>
                <a:ea typeface="맑은 고딕"/>
              </a:rPr>
              <a:t>.</a:t>
            </a:r>
            <a:endParaRPr lang="en-US" altLang="ko-KR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endParaRPr lang="en-US" altLang="ko-KR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ko-KR" altLang="en-US" b="1">
                <a:solidFill>
                  <a:schemeClr val="lt1"/>
                </a:solidFill>
                <a:latin typeface="맑은 고딕"/>
                <a:ea typeface="맑은 고딕"/>
              </a:rPr>
              <a:t>서버포트 </a:t>
            </a:r>
            <a:r>
              <a:rPr lang="en-US" altLang="ko-KR" b="1">
                <a:solidFill>
                  <a:schemeClr val="lt1"/>
                </a:solidFill>
                <a:latin typeface="맑은 고딕"/>
                <a:ea typeface="맑은 고딕"/>
              </a:rPr>
              <a:t>8877,</a:t>
            </a:r>
            <a:r>
              <a:rPr lang="ko-KR" altLang="en-US" b="1">
                <a:solidFill>
                  <a:schemeClr val="lt1"/>
                </a:solidFill>
                <a:latin typeface="맑은 고딕"/>
                <a:ea typeface="맑은 고딕"/>
              </a:rPr>
              <a:t> 데이터 베이스 환경 구현</a:t>
            </a:r>
            <a:r>
              <a:rPr lang="en-US" altLang="ko-KR" b="1">
                <a:solidFill>
                  <a:schemeClr val="lt1"/>
                </a:solidFill>
                <a:latin typeface="맑은 고딕"/>
                <a:ea typeface="맑은 고딕"/>
              </a:rPr>
              <a:t>,</a:t>
            </a:r>
            <a:r>
              <a:rPr lang="ko-KR" altLang="en-US" b="1">
                <a:solidFill>
                  <a:schemeClr val="lt1"/>
                </a:solidFill>
                <a:latin typeface="맑은 고딕"/>
                <a:ea typeface="맑은 고딕"/>
              </a:rPr>
              <a:t> </a:t>
            </a:r>
            <a:r>
              <a:rPr lang="en-US" altLang="ko-KR" b="1">
                <a:solidFill>
                  <a:schemeClr val="lt1"/>
                </a:solidFill>
                <a:latin typeface="맑은 고딕"/>
                <a:ea typeface="맑은 고딕"/>
              </a:rPr>
              <a:t>JSP</a:t>
            </a:r>
            <a:r>
              <a:rPr lang="ko-KR" altLang="en-US" b="1">
                <a:solidFill>
                  <a:schemeClr val="lt1"/>
                </a:solidFill>
                <a:latin typeface="맑은 고딕"/>
                <a:ea typeface="맑은 고딕"/>
              </a:rPr>
              <a:t> 환경</a:t>
            </a:r>
            <a:r>
              <a:rPr lang="en-US" altLang="ko-KR" b="1">
                <a:solidFill>
                  <a:schemeClr val="lt1"/>
                </a:solidFill>
                <a:latin typeface="맑은 고딕"/>
                <a:ea typeface="맑은 고딕"/>
              </a:rPr>
              <a:t>, spring.jpa.hibernate.ddl.auto=true</a:t>
            </a:r>
            <a:r>
              <a:rPr lang="ko-KR" altLang="en-US" b="1">
                <a:solidFill>
                  <a:schemeClr val="lt1"/>
                </a:solidFill>
                <a:latin typeface="맑은 고딕"/>
                <a:ea typeface="맑은 고딕"/>
              </a:rPr>
              <a:t>와 </a:t>
            </a:r>
            <a:r>
              <a:rPr lang="en-US" altLang="ko-KR" b="1">
                <a:solidFill>
                  <a:schemeClr val="lt1"/>
                </a:solidFill>
                <a:latin typeface="맑은 고딕"/>
                <a:ea typeface="맑은 고딕"/>
              </a:rPr>
              <a:t>spring.jpa.show-sql=true</a:t>
            </a:r>
            <a:r>
              <a:rPr lang="ko-KR" altLang="en-US" b="1">
                <a:solidFill>
                  <a:schemeClr val="lt1"/>
                </a:solidFill>
                <a:latin typeface="맑은 고딕"/>
                <a:ea typeface="맑은 고딕"/>
              </a:rPr>
              <a:t>를 사용하여 </a:t>
            </a:r>
            <a:r>
              <a:rPr lang="en-US" altLang="ko-KR" b="1">
                <a:solidFill>
                  <a:schemeClr val="lt1"/>
                </a:solidFill>
                <a:latin typeface="맑은 고딕"/>
                <a:ea typeface="맑은 고딕"/>
              </a:rPr>
              <a:t>JPA</a:t>
            </a:r>
            <a:r>
              <a:rPr lang="ko-KR" altLang="en-US" b="1">
                <a:solidFill>
                  <a:schemeClr val="lt1"/>
                </a:solidFill>
                <a:latin typeface="맑은 고딕"/>
                <a:ea typeface="맑은 고딕"/>
              </a:rPr>
              <a:t> 환경을 만들고 </a:t>
            </a:r>
            <a:r>
              <a:rPr lang="en-US" altLang="ko-KR" b="1">
                <a:solidFill>
                  <a:schemeClr val="lt1"/>
                </a:solidFill>
                <a:latin typeface="맑은 고딕"/>
                <a:ea typeface="맑은 고딕"/>
              </a:rPr>
              <a:t>SQL</a:t>
            </a:r>
            <a:r>
              <a:rPr lang="ko-KR" altLang="en-US" b="1">
                <a:solidFill>
                  <a:schemeClr val="lt1"/>
                </a:solidFill>
                <a:latin typeface="맑은 고딕"/>
                <a:ea typeface="맑은 고딕"/>
              </a:rPr>
              <a:t> 구문이 보이도록 설정합니다</a:t>
            </a:r>
            <a:r>
              <a:rPr lang="en-US" altLang="ko-KR" b="1">
                <a:solidFill>
                  <a:schemeClr val="lt1"/>
                </a:solidFill>
                <a:latin typeface="맑은 고딕"/>
                <a:ea typeface="맑은 고딕"/>
              </a:rPr>
              <a:t>.</a:t>
            </a:r>
            <a:endParaRPr lang="en-US" altLang="ko-KR" b="1">
              <a:solidFill>
                <a:schemeClr val="lt1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01098054"/>
      </p:ext>
    </p:extLst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2"/>
          <p:cNvSpPr txBox="1">
            <a:spLocks noGrp="1"/>
          </p:cNvSpPr>
          <p:nvPr>
            <p:ph type="title" idx="0"/>
          </p:nvPr>
        </p:nvSpPr>
        <p:spPr>
          <a:xfrm>
            <a:off x="454800" y="2714625"/>
            <a:ext cx="8425200" cy="447900"/>
          </a:xfrm>
          <a:prstGeom prst="rect">
            <a:avLst/>
          </a:prstGeom>
        </p:spPr>
        <p:txBody>
          <a:bodyPr wrap="square" lIns="91425" tIns="0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매핑 클래스 및 환경 구현</a:t>
            </a:r>
            <a:endParaRPr lang="ko-KR" altLang="en-US"/>
          </a:p>
        </p:txBody>
      </p:sp>
      <p:sp>
        <p:nvSpPr>
          <p:cNvPr id="375" name="Google Shape;375;p32"/>
          <p:cNvSpPr txBox="1">
            <a:spLocks noGrp="1"/>
          </p:cNvSpPr>
          <p:nvPr>
            <p:ph type="title" idx="2"/>
          </p:nvPr>
        </p:nvSpPr>
        <p:spPr>
          <a:xfrm>
            <a:off x="454800" y="2150850"/>
            <a:ext cx="8425200" cy="489600"/>
          </a:xfrm>
          <a:prstGeom prst="rect">
            <a:avLst/>
          </a:prstGeom>
        </p:spPr>
        <p:txBody>
          <a:bodyPr wrap="square" lIns="91425" tIns="0" rIns="91425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0</a:t>
            </a:r>
            <a:r>
              <a:rPr lang="en-US" altLang="ko-KR"/>
              <a:t>2</a:t>
            </a:r>
            <a:endParaRPr lang="en-US" altLang="ko-KR"/>
          </a:p>
        </p:txBody>
      </p:sp>
      <p:sp>
        <p:nvSpPr>
          <p:cNvPr id="376" name="Google Shape;374;p32"/>
          <p:cNvSpPr txBox="1"/>
          <p:nvPr/>
        </p:nvSpPr>
        <p:spPr>
          <a:xfrm>
            <a:off x="454799" y="3248025"/>
            <a:ext cx="8425200" cy="447900"/>
          </a:xfrm>
          <a:prstGeom prst="rect">
            <a:avLst/>
          </a:prstGeom>
          <a:noFill/>
          <a:ln>
            <a:noFill/>
          </a:ln>
        </p:spPr>
        <p:txBody>
          <a:bodyPr wrap="square" lIns="91424" tIns="0" rIns="91424" bIns="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Overpass Mono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2100" b="1" i="0" u="none" strike="noStrike" kern="0" cap="none" spc="0" normalizeH="0" baseline="0" mc:Ignorable="hp" hp:hslEmbossed="0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rPr>
              <a:t>Spring Boot JPA</a:t>
            </a:r>
            <a:r>
              <a:rPr xmlns:mc="http://schemas.openxmlformats.org/markup-compatibility/2006" xmlns:hp="http://schemas.haansoft.com/office/presentation/8.0" kumimoji="0" lang="ko-KR" altLang="en-US" sz="2100" b="1" i="0" u="none" strike="noStrike" kern="0" cap="none" spc="0" normalizeH="0" baseline="0" mc:Ignorable="hp" hp:hslEmbossed="0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rPr>
              <a:t>를 활용한 환경구현</a:t>
            </a:r>
            <a:endParaRPr xmlns:mc="http://schemas.openxmlformats.org/markup-compatibility/2006" xmlns:hp="http://schemas.haansoft.com/office/presentation/8.0" kumimoji="0" lang="ko-KR" altLang="en-US" sz="2100" b="1" i="0" u="none" strike="noStrike" kern="0" cap="none" spc="0" normalizeH="0" baseline="0" mc:Ignorable="hp" hp:hslEmbossed="0">
              <a:solidFill>
                <a:schemeClr val="lt1"/>
              </a:solidFill>
              <a:latin typeface="Overpass Mono"/>
              <a:ea typeface="Overpass Mono"/>
              <a:cs typeface="Overpass Mono"/>
              <a:sym typeface="Overpass Mono"/>
            </a:endParaRPr>
          </a:p>
        </p:txBody>
      </p:sp>
    </p:spTree>
    <p:extLst>
      <p:ext uri="{BB962C8B-B14F-4D97-AF65-F5344CB8AC3E}">
        <p14:creationId xmlns:p14="http://schemas.microsoft.com/office/powerpoint/2010/main" val="3394532148"/>
      </p:ext>
    </p:extLst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8"/>
          <p:cNvSpPr txBox="1">
            <a:spLocks noGrp="1"/>
          </p:cNvSpPr>
          <p:nvPr>
            <p:ph type="title" idx="0"/>
          </p:nvPr>
        </p:nvSpPr>
        <p:spPr>
          <a:xfrm>
            <a:off x="603630" y="162224"/>
            <a:ext cx="7868160" cy="669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매핑 클래스 작성</a:t>
            </a:r>
            <a:endParaRPr lang="en-US" altLang="ko-KR"/>
          </a:p>
        </p:txBody>
      </p:sp>
      <p:sp>
        <p:nvSpPr>
          <p:cNvPr id="356" name="Google Shape;340;p28"/>
          <p:cNvSpPr txBox="1">
            <a:spLocks noGrp="1"/>
          </p:cNvSpPr>
          <p:nvPr/>
        </p:nvSpPr>
        <p:spPr>
          <a:xfrm>
            <a:off x="637919" y="709303"/>
            <a:ext cx="7868160" cy="669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Overpass Mono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2300" b="1" i="0" u="none" strike="noStrike" kern="0" cap="none" spc="0" normalizeH="0" baseline="0" mc:Ignorable="hp" hp:hslEmbossed="0">
                <a:solidFill>
                  <a:schemeClr val="dk2"/>
                </a:solidFill>
                <a:latin typeface="Overpass Mono"/>
                <a:ea typeface="Overpass Mono"/>
                <a:cs typeface="Overpass Mono"/>
                <a:sym typeface="Overpass Mono"/>
              </a:rPr>
              <a:t>Java</a:t>
            </a:r>
            <a:r>
              <a:rPr xmlns:mc="http://schemas.openxmlformats.org/markup-compatibility/2006" xmlns:hp="http://schemas.haansoft.com/office/presentation/8.0" kumimoji="0" lang="ko-KR" altLang="en-US" sz="2300" b="1" i="0" u="none" strike="noStrike" kern="0" cap="none" spc="0" normalizeH="0" baseline="0" mc:Ignorable="hp" hp:hslEmbossed="0">
                <a:solidFill>
                  <a:schemeClr val="dk2"/>
                </a:solidFill>
                <a:latin typeface="Overpass Mono"/>
                <a:ea typeface="Overpass Mono"/>
                <a:cs typeface="Overpass Mono"/>
                <a:sym typeface="Overpass Mono"/>
              </a:rPr>
              <a:t> 파일 </a:t>
            </a:r>
            <a:r>
              <a:rPr xmlns:mc="http://schemas.openxmlformats.org/markup-compatibility/2006" xmlns:hp="http://schemas.haansoft.com/office/presentation/8.0" kumimoji="0" lang="en-US" altLang="ko-KR" sz="2300" b="1" i="0" u="none" strike="noStrike" kern="0" cap="none" spc="0" normalizeH="0" baseline="0" mc:Ignorable="hp" hp:hslEmbossed="0">
                <a:solidFill>
                  <a:schemeClr val="dk2"/>
                </a:solidFill>
                <a:latin typeface="Overpass Mono"/>
                <a:ea typeface="Overpass Mono"/>
                <a:cs typeface="Overpass Mono"/>
                <a:sym typeface="Overpass Mono"/>
              </a:rPr>
              <a:t>Entity</a:t>
            </a:r>
            <a:r>
              <a:rPr xmlns:mc="http://schemas.openxmlformats.org/markup-compatibility/2006" xmlns:hp="http://schemas.haansoft.com/office/presentation/8.0" kumimoji="0" lang="ko-KR" altLang="en-US" sz="2300" b="1" i="0" u="none" strike="noStrike" kern="0" cap="none" spc="0" normalizeH="0" baseline="0" mc:Ignorable="hp" hp:hslEmbossed="0">
                <a:solidFill>
                  <a:schemeClr val="dk2"/>
                </a:solidFill>
                <a:latin typeface="Overpass Mono"/>
                <a:ea typeface="Overpass Mono"/>
                <a:cs typeface="Overpass Mono"/>
                <a:sym typeface="Overpass Mono"/>
              </a:rPr>
              <a:t> 연관관계</a:t>
            </a:r>
            <a:r>
              <a:rPr xmlns:mc="http://schemas.openxmlformats.org/markup-compatibility/2006" xmlns:hp="http://schemas.haansoft.com/office/presentation/8.0" kumimoji="0" lang="en-US" altLang="ko-KR" sz="2300" b="1" i="0" u="none" strike="noStrike" kern="0" cap="none" spc="0" normalizeH="0" baseline="0" mc:Ignorable="hp" hp:hslEmbossed="0">
                <a:solidFill>
                  <a:schemeClr val="dk2"/>
                </a:solidFill>
                <a:latin typeface="Overpass Mono"/>
                <a:ea typeface="Overpass Mono"/>
                <a:cs typeface="Overpass Mono"/>
                <a:sym typeface="Overpass Mono"/>
              </a:rPr>
              <a:t>(Hotel.java)</a:t>
            </a:r>
            <a:endParaRPr xmlns:mc="http://schemas.openxmlformats.org/markup-compatibility/2006" xmlns:hp="http://schemas.haansoft.com/office/presentation/8.0" kumimoji="0" lang="en-US" altLang="ko-KR" sz="2300" b="1" i="0" u="none" strike="noStrike" kern="0" cap="none" spc="0" normalizeH="0" baseline="0" mc:Ignorable="hp" hp:hslEmbossed="0">
              <a:solidFill>
                <a:schemeClr val="dk2"/>
              </a:solidFill>
              <a:latin typeface="Overpass Mono"/>
              <a:ea typeface="Overpass Mono"/>
              <a:cs typeface="Overpass Mono"/>
              <a:sym typeface="Overpass Mono"/>
            </a:endParaRPr>
          </a:p>
        </p:txBody>
      </p:sp>
      <p:sp>
        <p:nvSpPr>
          <p:cNvPr id="363" name="가로 글상자 362"/>
          <p:cNvSpPr txBox="1"/>
          <p:nvPr/>
        </p:nvSpPr>
        <p:spPr>
          <a:xfrm>
            <a:off x="309361" y="1378303"/>
            <a:ext cx="6284998" cy="37156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b="1">
                <a:solidFill>
                  <a:schemeClr val="lt1"/>
                </a:solidFill>
                <a:latin typeface="맑은 고딕"/>
                <a:ea typeface="맑은 고딕"/>
              </a:rPr>
              <a:t>package hello.spring.model;</a:t>
            </a:r>
            <a:endParaRPr lang="en-US" altLang="ko-KR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endParaRPr lang="en-US" altLang="ko-KR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en-US" altLang="ko-KR" b="1">
                <a:solidFill>
                  <a:schemeClr val="lt1"/>
                </a:solidFill>
                <a:latin typeface="맑은 고딕"/>
                <a:ea typeface="맑은 고딕"/>
              </a:rPr>
              <a:t>import ...</a:t>
            </a:r>
            <a:endParaRPr lang="en-US" altLang="ko-KR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endParaRPr lang="en-US" altLang="ko-KR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en-US" altLang="ko-KR" b="1">
                <a:solidFill>
                  <a:schemeClr val="lt1"/>
                </a:solidFill>
                <a:latin typeface="맑은 고딕"/>
                <a:ea typeface="맑은 고딕"/>
              </a:rPr>
              <a:t>@Entity</a:t>
            </a:r>
            <a:endParaRPr lang="en-US" altLang="ko-KR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en-US" altLang="ko-KR" b="1">
                <a:solidFill>
                  <a:schemeClr val="lt1"/>
                </a:solidFill>
                <a:latin typeface="맑은 고딕"/>
                <a:ea typeface="맑은 고딕"/>
              </a:rPr>
              <a:t>public class Hotel {</a:t>
            </a:r>
            <a:endParaRPr lang="en-US" altLang="ko-KR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en-US" altLang="ko-KR" b="1">
                <a:solidFill>
                  <a:schemeClr val="lt1"/>
                </a:solidFill>
                <a:latin typeface="맑은 고딕"/>
                <a:ea typeface="맑은 고딕"/>
              </a:rPr>
              <a:t>	@Id @GeneratedValue(strategy = GenerationType.IDENTITY)</a:t>
            </a:r>
            <a:endParaRPr lang="en-US" altLang="ko-KR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en-US" altLang="ko-KR" b="1">
                <a:solidFill>
                  <a:schemeClr val="lt1"/>
                </a:solidFill>
                <a:latin typeface="맑은 고딕"/>
                <a:ea typeface="맑은 고딕"/>
              </a:rPr>
              <a:t>	private Long id;</a:t>
            </a:r>
            <a:endParaRPr lang="en-US" altLang="ko-KR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en-US" altLang="ko-KR" b="1">
                <a:solidFill>
                  <a:schemeClr val="lt1"/>
                </a:solidFill>
                <a:latin typeface="맑은 고딕"/>
                <a:ea typeface="맑은 고딕"/>
              </a:rPr>
              <a:t>	private String name;</a:t>
            </a:r>
            <a:endParaRPr lang="en-US" altLang="ko-KR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en-US" altLang="ko-KR" b="1">
                <a:solidFill>
                  <a:schemeClr val="lt1"/>
                </a:solidFill>
                <a:latin typeface="맑은 고딕"/>
                <a:ea typeface="맑은 고딕"/>
              </a:rPr>
              <a:t>	@Enumerated(EnumType.STRING)</a:t>
            </a:r>
            <a:endParaRPr lang="en-US" altLang="ko-KR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en-US" altLang="ko-KR" b="1">
                <a:solidFill>
                  <a:schemeClr val="lt1"/>
                </a:solidFill>
                <a:latin typeface="맑은 고딕"/>
                <a:ea typeface="맑은 고딕"/>
              </a:rPr>
              <a:t>	private Grade grade;</a:t>
            </a:r>
            <a:endParaRPr lang="en-US" altLang="ko-KR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en-US" altLang="ko-KR" b="1">
                <a:solidFill>
                  <a:schemeClr val="lt1"/>
                </a:solidFill>
                <a:latin typeface="맑은 고딕"/>
                <a:ea typeface="맑은 고딕"/>
              </a:rPr>
              <a:t>	@Embedded</a:t>
            </a:r>
            <a:endParaRPr lang="en-US" altLang="ko-KR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en-US" altLang="ko-KR" b="1">
                <a:solidFill>
                  <a:schemeClr val="lt1"/>
                </a:solidFill>
                <a:latin typeface="맑은 고딕"/>
                <a:ea typeface="맑은 고딕"/>
              </a:rPr>
              <a:t>	private Address address;</a:t>
            </a:r>
            <a:endParaRPr lang="en-US" altLang="ko-KR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en-US" altLang="ko-KR" b="1">
                <a:solidFill>
                  <a:schemeClr val="lt1"/>
                </a:solidFill>
                <a:latin typeface="맑은 고딕"/>
                <a:ea typeface="맑은 고딕"/>
              </a:rPr>
              <a:t>	@OneToMany(mappedBy = "hotel")</a:t>
            </a:r>
            <a:endParaRPr lang="en-US" altLang="ko-KR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en-US" altLang="ko-KR" b="1">
                <a:solidFill>
                  <a:schemeClr val="lt1"/>
                </a:solidFill>
                <a:latin typeface="맑은 고딕"/>
                <a:ea typeface="맑은 고딕"/>
              </a:rPr>
              <a:t>	private List&lt;Review&gt; reviews;</a:t>
            </a:r>
            <a:endParaRPr lang="en-US" altLang="ko-KR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en-US" altLang="ko-KR" b="1">
                <a:solidFill>
                  <a:schemeClr val="lt1"/>
                </a:solidFill>
                <a:latin typeface="맑은 고딕"/>
                <a:ea typeface="맑은 고딕"/>
              </a:rPr>
              <a:t>}</a:t>
            </a:r>
            <a:endParaRPr lang="en-US" altLang="ko-KR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endParaRPr lang="en-US" altLang="ko-KR" b="1">
              <a:solidFill>
                <a:schemeClr val="lt1"/>
              </a:solidFill>
              <a:latin typeface="맑은 고딕"/>
              <a:ea typeface="맑은 고딕"/>
            </a:endParaRPr>
          </a:p>
        </p:txBody>
      </p:sp>
      <p:sp>
        <p:nvSpPr>
          <p:cNvPr id="365" name="가로 글상자 364"/>
          <p:cNvSpPr txBox="1"/>
          <p:nvPr/>
        </p:nvSpPr>
        <p:spPr>
          <a:xfrm>
            <a:off x="5490961" y="3236137"/>
            <a:ext cx="3561599" cy="13625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b="1">
                <a:solidFill>
                  <a:schemeClr val="lt1"/>
                </a:solidFill>
                <a:latin typeface="맑은 고딕"/>
                <a:ea typeface="맑은 고딕"/>
              </a:rPr>
              <a:t>◎ </a:t>
            </a:r>
            <a:r>
              <a:rPr lang="en-US" altLang="ko-KR" b="1">
                <a:solidFill>
                  <a:schemeClr val="lt1"/>
                </a:solidFill>
                <a:latin typeface="맑은 고딕"/>
                <a:ea typeface="맑은 고딕"/>
              </a:rPr>
              <a:t>hotel.java</a:t>
            </a:r>
            <a:r>
              <a:rPr lang="ko-KR" altLang="en-US" b="1">
                <a:solidFill>
                  <a:schemeClr val="lt1"/>
                </a:solidFill>
                <a:latin typeface="맑은 고딕"/>
                <a:ea typeface="맑은 고딕"/>
              </a:rPr>
              <a:t>에서</a:t>
            </a:r>
            <a:endParaRPr lang="ko-KR" altLang="en-US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en-US" altLang="ko-KR" b="1">
                <a:solidFill>
                  <a:schemeClr val="lt1"/>
                </a:solidFill>
                <a:latin typeface="맑은 고딕"/>
                <a:ea typeface="맑은 고딕"/>
              </a:rPr>
              <a:t>java</a:t>
            </a:r>
            <a:r>
              <a:rPr lang="ko-KR" altLang="en-US" b="1">
                <a:solidFill>
                  <a:schemeClr val="lt1"/>
                </a:solidFill>
                <a:latin typeface="맑은 고딕"/>
                <a:ea typeface="맑은 고딕"/>
              </a:rPr>
              <a:t> 파일간에 </a:t>
            </a:r>
            <a:r>
              <a:rPr lang="en-US" altLang="ko-KR" b="1">
                <a:solidFill>
                  <a:schemeClr val="lt1"/>
                </a:solidFill>
                <a:latin typeface="맑은 고딕"/>
                <a:ea typeface="맑은 고딕"/>
              </a:rPr>
              <a:t>entity</a:t>
            </a:r>
            <a:r>
              <a:rPr lang="ko-KR" altLang="en-US" b="1">
                <a:solidFill>
                  <a:schemeClr val="lt1"/>
                </a:solidFill>
                <a:latin typeface="맑은 고딕"/>
                <a:ea typeface="맑은 고딕"/>
              </a:rPr>
              <a:t>와 </a:t>
            </a:r>
            <a:r>
              <a:rPr lang="en-US" altLang="ko-KR" b="1">
                <a:solidFill>
                  <a:schemeClr val="lt1"/>
                </a:solidFill>
                <a:latin typeface="맑은 고딕"/>
                <a:ea typeface="맑은 고딕"/>
              </a:rPr>
              <a:t>@JoinColumn</a:t>
            </a:r>
            <a:r>
              <a:rPr lang="ko-KR" altLang="en-US" b="1">
                <a:solidFill>
                  <a:schemeClr val="lt1"/>
                </a:solidFill>
                <a:latin typeface="맑은 고딕"/>
                <a:ea typeface="맑은 고딕"/>
              </a:rPr>
              <a:t>으로 테이블간 조인을 하여 </a:t>
            </a:r>
            <a:r>
              <a:rPr lang="en-US" altLang="ko-KR" b="1">
                <a:solidFill>
                  <a:schemeClr val="lt1"/>
                </a:solidFill>
                <a:latin typeface="맑은 고딕"/>
                <a:ea typeface="맑은 고딕"/>
              </a:rPr>
              <a:t>@OneToMany </a:t>
            </a:r>
            <a:r>
              <a:rPr lang="ko-KR" altLang="en-US" b="1">
                <a:solidFill>
                  <a:schemeClr val="lt1"/>
                </a:solidFill>
                <a:latin typeface="맑은 고딕"/>
                <a:ea typeface="맑은 고딕"/>
              </a:rPr>
              <a:t>어노테이션 활용하여 </a:t>
            </a:r>
            <a:r>
              <a:rPr lang="en-US" altLang="ko-KR" b="1">
                <a:solidFill>
                  <a:schemeClr val="lt1"/>
                </a:solidFill>
                <a:latin typeface="맑은 고딕"/>
                <a:ea typeface="맑은 고딕"/>
              </a:rPr>
              <a:t>1:N</a:t>
            </a:r>
            <a:r>
              <a:rPr lang="ko-KR" altLang="en-US" b="1">
                <a:solidFill>
                  <a:schemeClr val="lt1"/>
                </a:solidFill>
                <a:latin typeface="맑은 고딕"/>
                <a:ea typeface="맑은 고딕"/>
              </a:rPr>
              <a:t> 간의 관계성을 가지고 </a:t>
            </a:r>
            <a:r>
              <a:rPr lang="en-US" altLang="ko-KR" b="1">
                <a:solidFill>
                  <a:schemeClr val="lt1"/>
                </a:solidFill>
                <a:latin typeface="맑은 고딕"/>
                <a:ea typeface="맑은 고딕"/>
              </a:rPr>
              <a:t>hotel.java</a:t>
            </a:r>
            <a:r>
              <a:rPr lang="ko-KR" altLang="en-US" b="1">
                <a:solidFill>
                  <a:schemeClr val="lt1"/>
                </a:solidFill>
                <a:latin typeface="맑은 고딕"/>
                <a:ea typeface="맑은 고딕"/>
              </a:rPr>
              <a:t>를</a:t>
            </a:r>
            <a:r>
              <a:rPr lang="en-US" altLang="ko-KR" b="1">
                <a:solidFill>
                  <a:schemeClr val="lt1"/>
                </a:solidFill>
                <a:latin typeface="맑은 고딕"/>
                <a:ea typeface="맑은 고딕"/>
              </a:rPr>
              <a:t> </a:t>
            </a:r>
            <a:r>
              <a:rPr lang="ko-KR" altLang="en-US" b="1">
                <a:solidFill>
                  <a:schemeClr val="lt1"/>
                </a:solidFill>
                <a:latin typeface="맑은 고딕"/>
                <a:ea typeface="맑은 고딕"/>
              </a:rPr>
              <a:t>이용하여</a:t>
            </a:r>
            <a:r>
              <a:rPr lang="en-US" altLang="ko-KR" b="1">
                <a:solidFill>
                  <a:schemeClr val="lt1"/>
                </a:solidFill>
                <a:latin typeface="맑은 고딕"/>
                <a:ea typeface="맑은 고딕"/>
              </a:rPr>
              <a:t> </a:t>
            </a:r>
            <a:r>
              <a:rPr lang="ko-KR" altLang="en-US" b="1">
                <a:solidFill>
                  <a:schemeClr val="lt1"/>
                </a:solidFill>
                <a:latin typeface="맑은 고딕"/>
                <a:ea typeface="맑은 고딕"/>
              </a:rPr>
              <a:t>매핑을 하여  </a:t>
            </a:r>
            <a:r>
              <a:rPr lang="en-US" altLang="ko-KR" b="1">
                <a:solidFill>
                  <a:schemeClr val="lt1"/>
                </a:solidFill>
                <a:latin typeface="맑은 고딕"/>
                <a:ea typeface="맑은 고딕"/>
              </a:rPr>
              <a:t>DB</a:t>
            </a:r>
            <a:r>
              <a:rPr lang="ko-KR" altLang="en-US" b="1">
                <a:solidFill>
                  <a:schemeClr val="lt1"/>
                </a:solidFill>
                <a:latin typeface="맑은 고딕"/>
                <a:ea typeface="맑은 고딕"/>
              </a:rPr>
              <a:t>가 생성이 됨</a:t>
            </a:r>
            <a:endParaRPr lang="ko-KR" altLang="en-US" b="1">
              <a:solidFill>
                <a:schemeClr val="lt1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871138099"/>
      </p:ext>
    </p:extLst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8"/>
          <p:cNvSpPr txBox="1">
            <a:spLocks noGrp="1"/>
          </p:cNvSpPr>
          <p:nvPr>
            <p:ph type="title" idx="0"/>
          </p:nvPr>
        </p:nvSpPr>
        <p:spPr>
          <a:xfrm>
            <a:off x="603630" y="162224"/>
            <a:ext cx="7868160" cy="669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매핑 클래스 작성</a:t>
            </a:r>
            <a:endParaRPr lang="en-US" altLang="ko-KR"/>
          </a:p>
        </p:txBody>
      </p:sp>
      <p:sp>
        <p:nvSpPr>
          <p:cNvPr id="356" name="Google Shape;340;p28"/>
          <p:cNvSpPr txBox="1">
            <a:spLocks noGrp="1"/>
          </p:cNvSpPr>
          <p:nvPr/>
        </p:nvSpPr>
        <p:spPr>
          <a:xfrm>
            <a:off x="637919" y="709303"/>
            <a:ext cx="7868160" cy="669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Overpass Mono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2300" b="1" i="0" u="none" strike="noStrike" kern="0" cap="none" spc="0" normalizeH="0" baseline="0" mc:Ignorable="hp" hp:hslEmbossed="0">
                <a:solidFill>
                  <a:schemeClr val="dk2"/>
                </a:solidFill>
                <a:latin typeface="Overpass Mono"/>
                <a:ea typeface="Overpass Mono"/>
                <a:cs typeface="Overpass Mono"/>
                <a:sym typeface="Overpass Mono"/>
              </a:rPr>
              <a:t>Java</a:t>
            </a:r>
            <a:r>
              <a:rPr xmlns:mc="http://schemas.openxmlformats.org/markup-compatibility/2006" xmlns:hp="http://schemas.haansoft.com/office/presentation/8.0" kumimoji="0" lang="ko-KR" altLang="en-US" sz="2300" b="1" i="0" u="none" strike="noStrike" kern="0" cap="none" spc="0" normalizeH="0" baseline="0" mc:Ignorable="hp" hp:hslEmbossed="0">
                <a:solidFill>
                  <a:schemeClr val="dk2"/>
                </a:solidFill>
                <a:latin typeface="Overpass Mono"/>
                <a:ea typeface="Overpass Mono"/>
                <a:cs typeface="Overpass Mono"/>
                <a:sym typeface="Overpass Mono"/>
              </a:rPr>
              <a:t> 파일 </a:t>
            </a:r>
            <a:r>
              <a:rPr xmlns:mc="http://schemas.openxmlformats.org/markup-compatibility/2006" xmlns:hp="http://schemas.haansoft.com/office/presentation/8.0" kumimoji="0" lang="en-US" altLang="ko-KR" sz="2300" b="1" i="0" u="none" strike="noStrike" kern="0" cap="none" spc="0" normalizeH="0" baseline="0" mc:Ignorable="hp" hp:hslEmbossed="0">
                <a:solidFill>
                  <a:schemeClr val="dk2"/>
                </a:solidFill>
                <a:latin typeface="Overpass Mono"/>
                <a:ea typeface="Overpass Mono"/>
                <a:cs typeface="Overpass Mono"/>
                <a:sym typeface="Overpass Mono"/>
              </a:rPr>
              <a:t>Entity</a:t>
            </a:r>
            <a:r>
              <a:rPr xmlns:mc="http://schemas.openxmlformats.org/markup-compatibility/2006" xmlns:hp="http://schemas.haansoft.com/office/presentation/8.0" kumimoji="0" lang="ko-KR" altLang="en-US" sz="2300" b="1" i="0" u="none" strike="noStrike" kern="0" cap="none" spc="0" normalizeH="0" baseline="0" mc:Ignorable="hp" hp:hslEmbossed="0">
                <a:solidFill>
                  <a:schemeClr val="dk2"/>
                </a:solidFill>
                <a:latin typeface="Overpass Mono"/>
                <a:ea typeface="Overpass Mono"/>
                <a:cs typeface="Overpass Mono"/>
                <a:sym typeface="Overpass Mono"/>
              </a:rPr>
              <a:t> 연관관계</a:t>
            </a:r>
            <a:r>
              <a:rPr xmlns:mc="http://schemas.openxmlformats.org/markup-compatibility/2006" xmlns:hp="http://schemas.haansoft.com/office/presentation/8.0" kumimoji="0" lang="en-US" altLang="ko-KR" sz="2300" b="1" i="0" u="none" strike="noStrike" kern="0" cap="none" spc="0" normalizeH="0" baseline="0" mc:Ignorable="hp" hp:hslEmbossed="0">
                <a:solidFill>
                  <a:schemeClr val="dk2"/>
                </a:solidFill>
                <a:latin typeface="Overpass Mono"/>
                <a:ea typeface="Overpass Mono"/>
                <a:cs typeface="Overpass Mono"/>
                <a:sym typeface="Overpass Mono"/>
              </a:rPr>
              <a:t>(Review.java)</a:t>
            </a:r>
            <a:endParaRPr xmlns:mc="http://schemas.openxmlformats.org/markup-compatibility/2006" xmlns:hp="http://schemas.haansoft.com/office/presentation/8.0" kumimoji="0" lang="en-US" altLang="ko-KR" sz="2300" b="1" i="0" u="none" strike="noStrike" kern="0" cap="none" spc="0" normalizeH="0" baseline="0" mc:Ignorable="hp" hp:hslEmbossed="0">
              <a:solidFill>
                <a:schemeClr val="dk2"/>
              </a:solidFill>
              <a:latin typeface="Overpass Mono"/>
              <a:ea typeface="Overpass Mono"/>
              <a:cs typeface="Overpass Mono"/>
              <a:sym typeface="Overpass Mono"/>
            </a:endParaRPr>
          </a:p>
        </p:txBody>
      </p:sp>
      <p:sp>
        <p:nvSpPr>
          <p:cNvPr id="363" name="가로 글상자 362"/>
          <p:cNvSpPr txBox="1"/>
          <p:nvPr/>
        </p:nvSpPr>
        <p:spPr>
          <a:xfrm>
            <a:off x="309361" y="1378303"/>
            <a:ext cx="6284998" cy="37156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b="1">
                <a:solidFill>
                  <a:schemeClr val="lt1"/>
                </a:solidFill>
                <a:latin typeface="맑은 고딕"/>
                <a:ea typeface="맑은 고딕"/>
              </a:rPr>
              <a:t>package hello.spring.model;</a:t>
            </a:r>
            <a:endParaRPr lang="en-US" altLang="ko-KR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endParaRPr lang="en-US" altLang="ko-KR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en-US" altLang="ko-KR" b="1">
                <a:solidFill>
                  <a:schemeClr val="lt1"/>
                </a:solidFill>
                <a:latin typeface="맑은 고딕"/>
                <a:ea typeface="맑은 고딕"/>
              </a:rPr>
              <a:t>import ...</a:t>
            </a:r>
            <a:endParaRPr lang="en-US" altLang="ko-KR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endParaRPr lang="en-US" altLang="ko-KR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en-US" altLang="ko-KR" b="1">
                <a:solidFill>
                  <a:schemeClr val="lt1"/>
                </a:solidFill>
                <a:latin typeface="맑은 고딕"/>
                <a:ea typeface="맑은 고딕"/>
              </a:rPr>
              <a:t>@Entity</a:t>
            </a:r>
            <a:endParaRPr lang="en-US" altLang="ko-KR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en-US" altLang="ko-KR" b="1">
                <a:solidFill>
                  <a:schemeClr val="lt1"/>
                </a:solidFill>
                <a:latin typeface="맑은 고딕"/>
                <a:ea typeface="맑은 고딕"/>
              </a:rPr>
              <a:t>@Table(name = "hotel_review")</a:t>
            </a:r>
            <a:endParaRPr lang="en-US" altLang="ko-KR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en-US" altLang="ko-KR" b="1">
                <a:solidFill>
                  <a:schemeClr val="lt1"/>
                </a:solidFill>
                <a:latin typeface="맑은 고딕"/>
                <a:ea typeface="맑은 고딕"/>
              </a:rPr>
              <a:t>public class Review {</a:t>
            </a:r>
            <a:endParaRPr lang="en-US" altLang="ko-KR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en-US" altLang="ko-KR" b="1">
                <a:solidFill>
                  <a:schemeClr val="lt1"/>
                </a:solidFill>
                <a:latin typeface="맑은 고딕"/>
                <a:ea typeface="맑은 고딕"/>
              </a:rPr>
              <a:t>	@Id </a:t>
            </a:r>
            <a:endParaRPr lang="en-US" altLang="ko-KR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en-US" altLang="ko-KR" b="1">
                <a:solidFill>
                  <a:schemeClr val="lt1"/>
                </a:solidFill>
                <a:latin typeface="맑은 고딕"/>
                <a:ea typeface="맑은 고딕"/>
              </a:rPr>
              <a:t>	@GeneratedValue(strategy = GenerationType.IDENTITY)</a:t>
            </a:r>
            <a:endParaRPr lang="en-US" altLang="ko-KR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en-US" altLang="ko-KR" b="1">
                <a:solidFill>
                  <a:schemeClr val="lt1"/>
                </a:solidFill>
                <a:latin typeface="맑은 고딕"/>
                <a:ea typeface="맑은 고딕"/>
              </a:rPr>
              <a:t>	private Long id;</a:t>
            </a:r>
            <a:endParaRPr lang="en-US" altLang="ko-KR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en-US" altLang="ko-KR" b="1">
                <a:solidFill>
                  <a:schemeClr val="lt1"/>
                </a:solidFill>
                <a:latin typeface="맑은 고딕"/>
                <a:ea typeface="맑은 고딕"/>
              </a:rPr>
              <a:t>	private int rate;</a:t>
            </a:r>
            <a:endParaRPr lang="en-US" altLang="ko-KR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en-US" altLang="ko-KR" b="1">
                <a:solidFill>
                  <a:schemeClr val="lt1"/>
                </a:solidFill>
                <a:latin typeface="맑은 고딕"/>
                <a:ea typeface="맑은 고딕"/>
              </a:rPr>
              <a:t>	private String comment;</a:t>
            </a:r>
            <a:endParaRPr lang="en-US" altLang="ko-KR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en-US" altLang="ko-KR" b="1">
                <a:solidFill>
                  <a:schemeClr val="lt1"/>
                </a:solidFill>
                <a:latin typeface="맑은 고딕"/>
                <a:ea typeface="맑은 고딕"/>
              </a:rPr>
              <a:t>	private Date ratingDate;</a:t>
            </a:r>
            <a:endParaRPr lang="en-US" altLang="ko-KR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en-US" altLang="ko-KR" b="1">
                <a:solidFill>
                  <a:schemeClr val="lt1"/>
                </a:solidFill>
                <a:latin typeface="맑은 고딕"/>
                <a:ea typeface="맑은 고딕"/>
              </a:rPr>
              <a:t>	@JoinColumn(name = "hotel_id")</a:t>
            </a:r>
            <a:endParaRPr lang="en-US" altLang="ko-KR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en-US" altLang="ko-KR" b="1">
                <a:solidFill>
                  <a:schemeClr val="lt1"/>
                </a:solidFill>
                <a:latin typeface="맑은 고딕"/>
                <a:ea typeface="맑은 고딕"/>
              </a:rPr>
              <a:t>	@ManyToOne</a:t>
            </a:r>
            <a:endParaRPr lang="en-US" altLang="ko-KR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en-US" altLang="ko-KR" b="1">
                <a:solidFill>
                  <a:schemeClr val="lt1"/>
                </a:solidFill>
                <a:latin typeface="맑은 고딕"/>
                <a:ea typeface="맑은 고딕"/>
              </a:rPr>
              <a:t>	private Hotel hotel;</a:t>
            </a:r>
            <a:endParaRPr lang="en-US" altLang="ko-KR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en-US" altLang="ko-KR" b="1">
                <a:solidFill>
                  <a:schemeClr val="lt1"/>
                </a:solidFill>
                <a:latin typeface="맑은 고딕"/>
                <a:ea typeface="맑은 고딕"/>
              </a:rPr>
              <a:t>}</a:t>
            </a:r>
            <a:endParaRPr lang="en-US" altLang="ko-KR" b="1">
              <a:solidFill>
                <a:schemeClr val="lt1"/>
              </a:solidFill>
              <a:latin typeface="맑은 고딕"/>
              <a:ea typeface="맑은 고딕"/>
            </a:endParaRPr>
          </a:p>
        </p:txBody>
      </p:sp>
      <p:sp>
        <p:nvSpPr>
          <p:cNvPr id="367" name="가로 글상자 366"/>
          <p:cNvSpPr txBox="1"/>
          <p:nvPr/>
        </p:nvSpPr>
        <p:spPr>
          <a:xfrm>
            <a:off x="5547360" y="1378303"/>
            <a:ext cx="3462539" cy="1362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b="1">
                <a:solidFill>
                  <a:schemeClr val="lt1"/>
                </a:solidFill>
                <a:latin typeface="맑은 고딕"/>
                <a:ea typeface="맑은 고딕"/>
              </a:rPr>
              <a:t>◎ </a:t>
            </a:r>
            <a:r>
              <a:rPr lang="en-US" altLang="ko-KR" b="1">
                <a:solidFill>
                  <a:schemeClr val="lt1"/>
                </a:solidFill>
                <a:latin typeface="맑은 고딕"/>
                <a:ea typeface="맑은 고딕"/>
              </a:rPr>
              <a:t>Review.java</a:t>
            </a:r>
            <a:r>
              <a:rPr lang="ko-KR" altLang="en-US" b="1">
                <a:solidFill>
                  <a:schemeClr val="lt1"/>
                </a:solidFill>
                <a:latin typeface="맑은 고딕"/>
                <a:ea typeface="맑은 고딕"/>
              </a:rPr>
              <a:t>에서</a:t>
            </a:r>
            <a:endParaRPr lang="ko-KR" altLang="en-US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en-US" altLang="ko-KR" b="1">
                <a:solidFill>
                  <a:schemeClr val="lt1"/>
                </a:solidFill>
                <a:latin typeface="맑은 고딕"/>
                <a:ea typeface="맑은 고딕"/>
              </a:rPr>
              <a:t>java</a:t>
            </a:r>
            <a:r>
              <a:rPr lang="ko-KR" altLang="en-US" b="1">
                <a:solidFill>
                  <a:schemeClr val="lt1"/>
                </a:solidFill>
                <a:latin typeface="맑은 고딕"/>
                <a:ea typeface="맑은 고딕"/>
              </a:rPr>
              <a:t> 파일간에 </a:t>
            </a:r>
            <a:r>
              <a:rPr lang="en-US" altLang="ko-KR" b="1">
                <a:solidFill>
                  <a:schemeClr val="lt1"/>
                </a:solidFill>
                <a:latin typeface="맑은 고딕"/>
                <a:ea typeface="맑은 고딕"/>
              </a:rPr>
              <a:t>entity</a:t>
            </a:r>
            <a:r>
              <a:rPr lang="ko-KR" altLang="en-US" b="1">
                <a:solidFill>
                  <a:schemeClr val="lt1"/>
                </a:solidFill>
                <a:latin typeface="맑은 고딕"/>
                <a:ea typeface="맑은 고딕"/>
              </a:rPr>
              <a:t>와 </a:t>
            </a:r>
            <a:r>
              <a:rPr lang="en-US" altLang="ko-KR" b="1">
                <a:solidFill>
                  <a:schemeClr val="lt1"/>
                </a:solidFill>
                <a:latin typeface="맑은 고딕"/>
                <a:ea typeface="맑은 고딕"/>
              </a:rPr>
              <a:t>@JoinColumn</a:t>
            </a:r>
            <a:r>
              <a:rPr lang="ko-KR" altLang="en-US" b="1">
                <a:solidFill>
                  <a:schemeClr val="lt1"/>
                </a:solidFill>
                <a:latin typeface="맑은 고딕"/>
                <a:ea typeface="맑은 고딕"/>
              </a:rPr>
              <a:t>으로 테이블간 조인을 하여 </a:t>
            </a:r>
            <a:r>
              <a:rPr lang="en-US" altLang="ko-KR" b="1">
                <a:solidFill>
                  <a:schemeClr val="lt1"/>
                </a:solidFill>
                <a:latin typeface="맑은 고딕"/>
                <a:ea typeface="맑은 고딕"/>
              </a:rPr>
              <a:t>@ManyToOne</a:t>
            </a:r>
            <a:r>
              <a:rPr lang="ko-KR" altLang="en-US" b="1">
                <a:solidFill>
                  <a:schemeClr val="lt1"/>
                </a:solidFill>
                <a:latin typeface="맑은 고딕"/>
                <a:ea typeface="맑은 고딕"/>
              </a:rPr>
              <a:t> 어노테이션 활용하여 </a:t>
            </a:r>
            <a:r>
              <a:rPr lang="en-US" altLang="ko-KR" b="1">
                <a:solidFill>
                  <a:schemeClr val="lt1"/>
                </a:solidFill>
                <a:latin typeface="맑은 고딕"/>
                <a:ea typeface="맑은 고딕"/>
              </a:rPr>
              <a:t>N:1</a:t>
            </a:r>
            <a:r>
              <a:rPr lang="ko-KR" altLang="en-US" b="1">
                <a:solidFill>
                  <a:schemeClr val="lt1"/>
                </a:solidFill>
                <a:latin typeface="맑은 고딕"/>
                <a:ea typeface="맑은 고딕"/>
              </a:rPr>
              <a:t>간의 관계성을 가지고 </a:t>
            </a:r>
            <a:r>
              <a:rPr lang="en-US" altLang="ko-KR" b="1">
                <a:solidFill>
                  <a:schemeClr val="lt1"/>
                </a:solidFill>
                <a:latin typeface="맑은 고딕"/>
                <a:ea typeface="맑은 고딕"/>
              </a:rPr>
              <a:t>DB</a:t>
            </a:r>
            <a:r>
              <a:rPr lang="ko-KR" altLang="en-US" b="1">
                <a:solidFill>
                  <a:schemeClr val="lt1"/>
                </a:solidFill>
                <a:latin typeface="맑은 고딕"/>
                <a:ea typeface="맑은 고딕"/>
              </a:rPr>
              <a:t>가 생성이 됨</a:t>
            </a:r>
            <a:endParaRPr lang="ko-KR" altLang="en-US" b="1">
              <a:solidFill>
                <a:schemeClr val="lt1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526632729"/>
      </p:ext>
    </p:extLst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8"/>
          <p:cNvSpPr txBox="1">
            <a:spLocks noGrp="1"/>
          </p:cNvSpPr>
          <p:nvPr>
            <p:ph type="title" idx="0"/>
          </p:nvPr>
        </p:nvSpPr>
        <p:spPr>
          <a:xfrm>
            <a:off x="603630" y="162224"/>
            <a:ext cx="7868160" cy="669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매핑 클래스 작성</a:t>
            </a:r>
            <a:endParaRPr lang="en-US" altLang="ko-KR"/>
          </a:p>
        </p:txBody>
      </p:sp>
      <p:sp>
        <p:nvSpPr>
          <p:cNvPr id="356" name="Google Shape;340;p28"/>
          <p:cNvSpPr txBox="1">
            <a:spLocks noGrp="1"/>
          </p:cNvSpPr>
          <p:nvPr/>
        </p:nvSpPr>
        <p:spPr>
          <a:xfrm>
            <a:off x="255765" y="709303"/>
            <a:ext cx="8661793" cy="669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Overpass Mono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2300" b="1" i="0" u="none" strike="noStrike" kern="0" cap="none" spc="0" normalizeH="0" baseline="0" mc:Ignorable="hp" hp:hslEmbossed="0">
                <a:solidFill>
                  <a:schemeClr val="dk2"/>
                </a:solidFill>
                <a:latin typeface="Overpass Mono"/>
                <a:ea typeface="Overpass Mono"/>
                <a:cs typeface="Overpass Mono"/>
                <a:sym typeface="Overpass Mono"/>
              </a:rPr>
              <a:t>My SQL Reverse Engineer Database</a:t>
            </a:r>
            <a:r>
              <a:rPr xmlns:mc="http://schemas.openxmlformats.org/markup-compatibility/2006" xmlns:hp="http://schemas.haansoft.com/office/presentation/8.0" kumimoji="0" lang="ko-KR" altLang="en-US" sz="2300" b="1" i="0" u="none" strike="noStrike" kern="0" cap="none" spc="0" normalizeH="0" baseline="0" mc:Ignorable="hp" hp:hslEmbossed="0">
                <a:solidFill>
                  <a:schemeClr val="dk2"/>
                </a:solidFill>
                <a:latin typeface="Overpass Mono"/>
                <a:ea typeface="Overpass Mono"/>
                <a:cs typeface="Overpass Mono"/>
                <a:sym typeface="Overpass Mono"/>
              </a:rPr>
              <a:t> 활용</a:t>
            </a:r>
            <a:r>
              <a:rPr xmlns:mc="http://schemas.openxmlformats.org/markup-compatibility/2006" xmlns:hp="http://schemas.haansoft.com/office/presentation/8.0" kumimoji="0" lang="en-US" altLang="ko-KR" sz="2300" b="1" i="0" u="none" strike="noStrike" kern="0" cap="none" spc="0" normalizeH="0" baseline="0" mc:Ignorable="hp" hp:hslEmbossed="0">
                <a:solidFill>
                  <a:schemeClr val="dk2"/>
                </a:solidFill>
                <a:latin typeface="Overpass Mono"/>
                <a:ea typeface="Overpass Mono"/>
                <a:cs typeface="Overpass Mono"/>
                <a:sym typeface="Overpass Mono"/>
              </a:rPr>
              <a:t>(Entity</a:t>
            </a:r>
            <a:r>
              <a:rPr xmlns:mc="http://schemas.openxmlformats.org/markup-compatibility/2006" xmlns:hp="http://schemas.haansoft.com/office/presentation/8.0" kumimoji="0" lang="ko-KR" altLang="en-US" sz="2300" b="1" i="0" u="none" strike="noStrike" kern="0" cap="none" spc="0" normalizeH="0" baseline="0" mc:Ignorable="hp" hp:hslEmbossed="0">
                <a:solidFill>
                  <a:schemeClr val="dk2"/>
                </a:solidFill>
                <a:latin typeface="Overpass Mono"/>
                <a:ea typeface="Overpass Mono"/>
                <a:cs typeface="Overpass Mono"/>
                <a:sym typeface="Overpass Mono"/>
              </a:rPr>
              <a:t> 연관관계</a:t>
            </a:r>
            <a:r>
              <a:rPr xmlns:mc="http://schemas.openxmlformats.org/markup-compatibility/2006" xmlns:hp="http://schemas.haansoft.com/office/presentation/8.0" kumimoji="0" lang="en-US" altLang="ko-KR" sz="2300" b="1" i="0" u="none" strike="noStrike" kern="0" cap="none" spc="0" normalizeH="0" baseline="0" mc:Ignorable="hp" hp:hslEmbossed="0">
                <a:solidFill>
                  <a:schemeClr val="dk2"/>
                </a:solidFill>
                <a:latin typeface="Overpass Mono"/>
                <a:ea typeface="Overpass Mono"/>
                <a:cs typeface="Overpass Mono"/>
                <a:sym typeface="Overpass Mono"/>
              </a:rPr>
              <a:t>)</a:t>
            </a:r>
            <a:endParaRPr xmlns:mc="http://schemas.openxmlformats.org/markup-compatibility/2006" xmlns:hp="http://schemas.haansoft.com/office/presentation/8.0" kumimoji="0" lang="en-US" altLang="ko-KR" sz="2300" b="1" i="0" u="none" strike="noStrike" kern="0" cap="none" spc="0" normalizeH="0" baseline="0" mc:Ignorable="hp" hp:hslEmbossed="0">
              <a:solidFill>
                <a:schemeClr val="dk2"/>
              </a:solidFill>
              <a:latin typeface="Overpass Mono"/>
              <a:ea typeface="Overpass Mono"/>
              <a:cs typeface="Overpass Mono"/>
              <a:sym typeface="Overpass Mono"/>
            </a:endParaRPr>
          </a:p>
        </p:txBody>
      </p:sp>
      <p:pic>
        <p:nvPicPr>
          <p:cNvPr id="359" name="그림 35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55766" y="1287780"/>
            <a:ext cx="4187686" cy="3474719"/>
          </a:xfrm>
          <a:prstGeom prst="rect">
            <a:avLst/>
          </a:prstGeom>
        </p:spPr>
      </p:pic>
      <p:pic>
        <p:nvPicPr>
          <p:cNvPr id="360" name="그림 359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572000" y="1268662"/>
            <a:ext cx="4502090" cy="3512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386923"/>
      </p:ext>
    </p:extLst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8"/>
          <p:cNvSpPr txBox="1">
            <a:spLocks noGrp="1"/>
          </p:cNvSpPr>
          <p:nvPr>
            <p:ph type="title" idx="0"/>
          </p:nvPr>
        </p:nvSpPr>
        <p:spPr>
          <a:xfrm>
            <a:off x="603630" y="162224"/>
            <a:ext cx="7868160" cy="669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매핑 클래스 작성</a:t>
            </a:r>
            <a:endParaRPr lang="en-US" altLang="ko-KR"/>
          </a:p>
        </p:txBody>
      </p:sp>
      <p:pic>
        <p:nvPicPr>
          <p:cNvPr id="357" name="그림 35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93677" y="1378304"/>
            <a:ext cx="4178322" cy="3261360"/>
          </a:xfrm>
          <a:prstGeom prst="rect">
            <a:avLst/>
          </a:prstGeom>
        </p:spPr>
      </p:pic>
      <p:pic>
        <p:nvPicPr>
          <p:cNvPr id="358" name="그림 35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738561" y="1378304"/>
            <a:ext cx="4254203" cy="3264598"/>
          </a:xfrm>
          <a:prstGeom prst="rect">
            <a:avLst/>
          </a:prstGeom>
        </p:spPr>
      </p:pic>
      <p:sp>
        <p:nvSpPr>
          <p:cNvPr id="359" name="가로 글상자 358"/>
          <p:cNvSpPr txBox="1"/>
          <p:nvPr/>
        </p:nvSpPr>
        <p:spPr>
          <a:xfrm>
            <a:off x="5785485" y="3775710"/>
            <a:ext cx="2907285" cy="300990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en-US" altLang="ko-KR" b="1">
                <a:solidFill>
                  <a:srgbClr val="000000"/>
                </a:solidFill>
                <a:latin typeface="맑은 고딕"/>
                <a:ea typeface="맑은 고딕"/>
              </a:rPr>
              <a:t>password</a:t>
            </a:r>
            <a:r>
              <a:rPr lang="ko-KR" altLang="en-US" b="1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lang="en-US" altLang="ko-KR" b="1">
                <a:solidFill>
                  <a:srgbClr val="000000"/>
                </a:solidFill>
                <a:latin typeface="맑은 고딕"/>
                <a:ea typeface="맑은 고딕"/>
              </a:rPr>
              <a:t>:</a:t>
            </a:r>
            <a:r>
              <a:rPr lang="ko-KR" altLang="en-US" b="1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lang="en-US" altLang="ko-KR" b="1">
                <a:solidFill>
                  <a:srgbClr val="000000"/>
                </a:solidFill>
                <a:latin typeface="맑은 고딕"/>
                <a:ea typeface="맑은 고딕"/>
              </a:rPr>
              <a:t>root</a:t>
            </a:r>
            <a:r>
              <a:rPr lang="ko-KR" altLang="en-US" b="1">
                <a:solidFill>
                  <a:srgbClr val="000000"/>
                </a:solidFill>
                <a:latin typeface="맑은 고딕"/>
                <a:ea typeface="맑은 고딕"/>
              </a:rPr>
              <a:t>를 입력해줍니다</a:t>
            </a:r>
            <a:r>
              <a:rPr lang="en-US" altLang="ko-KR" b="1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  <a:endParaRPr lang="en-US" altLang="ko-KR" b="1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361" name="Google Shape;340;p28"/>
          <p:cNvSpPr txBox="1">
            <a:spLocks noGrp="1"/>
          </p:cNvSpPr>
          <p:nvPr/>
        </p:nvSpPr>
        <p:spPr>
          <a:xfrm>
            <a:off x="255765" y="709303"/>
            <a:ext cx="8661793" cy="669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Overpass Mono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2300" b="1" i="0" u="none" strike="noStrike" kern="0" cap="none" spc="0" normalizeH="0" baseline="0" mc:Ignorable="hp" hp:hslEmbossed="0">
                <a:solidFill>
                  <a:schemeClr val="dk2"/>
                </a:solidFill>
                <a:latin typeface="Overpass Mono"/>
                <a:ea typeface="Overpass Mono"/>
                <a:cs typeface="Overpass Mono"/>
                <a:sym typeface="Overpass Mono"/>
              </a:rPr>
              <a:t>My SQL Reverse Engineer Database</a:t>
            </a:r>
            <a:r>
              <a:rPr xmlns:mc="http://schemas.openxmlformats.org/markup-compatibility/2006" xmlns:hp="http://schemas.haansoft.com/office/presentation/8.0" kumimoji="0" lang="ko-KR" altLang="en-US" sz="2300" b="1" i="0" u="none" strike="noStrike" kern="0" cap="none" spc="0" normalizeH="0" baseline="0" mc:Ignorable="hp" hp:hslEmbossed="0">
                <a:solidFill>
                  <a:schemeClr val="dk2"/>
                </a:solidFill>
                <a:latin typeface="Overpass Mono"/>
                <a:ea typeface="Overpass Mono"/>
                <a:cs typeface="Overpass Mono"/>
                <a:sym typeface="Overpass Mono"/>
              </a:rPr>
              <a:t> 활용</a:t>
            </a:r>
            <a:r>
              <a:rPr xmlns:mc="http://schemas.openxmlformats.org/markup-compatibility/2006" xmlns:hp="http://schemas.haansoft.com/office/presentation/8.0" kumimoji="0" lang="en-US" altLang="ko-KR" sz="2300" b="1" i="0" u="none" strike="noStrike" kern="0" cap="none" spc="0" normalizeH="0" baseline="0" mc:Ignorable="hp" hp:hslEmbossed="0">
                <a:solidFill>
                  <a:schemeClr val="dk2"/>
                </a:solidFill>
                <a:latin typeface="Overpass Mono"/>
                <a:ea typeface="Overpass Mono"/>
                <a:cs typeface="Overpass Mono"/>
                <a:sym typeface="Overpass Mono"/>
              </a:rPr>
              <a:t>(Entity</a:t>
            </a:r>
            <a:r>
              <a:rPr xmlns:mc="http://schemas.openxmlformats.org/markup-compatibility/2006" xmlns:hp="http://schemas.haansoft.com/office/presentation/8.0" kumimoji="0" lang="ko-KR" altLang="en-US" sz="2300" b="1" i="0" u="none" strike="noStrike" kern="0" cap="none" spc="0" normalizeH="0" baseline="0" mc:Ignorable="hp" hp:hslEmbossed="0">
                <a:solidFill>
                  <a:schemeClr val="dk2"/>
                </a:solidFill>
                <a:latin typeface="Overpass Mono"/>
                <a:ea typeface="Overpass Mono"/>
                <a:cs typeface="Overpass Mono"/>
                <a:sym typeface="Overpass Mono"/>
              </a:rPr>
              <a:t> 연관관계</a:t>
            </a:r>
            <a:r>
              <a:rPr xmlns:mc="http://schemas.openxmlformats.org/markup-compatibility/2006" xmlns:hp="http://schemas.haansoft.com/office/presentation/8.0" kumimoji="0" lang="en-US" altLang="ko-KR" sz="2300" b="1" i="0" u="none" strike="noStrike" kern="0" cap="none" spc="0" normalizeH="0" baseline="0" mc:Ignorable="hp" hp:hslEmbossed="0">
                <a:solidFill>
                  <a:schemeClr val="dk2"/>
                </a:solidFill>
                <a:latin typeface="Overpass Mono"/>
                <a:ea typeface="Overpass Mono"/>
                <a:cs typeface="Overpass Mono"/>
                <a:sym typeface="Overpass Mono"/>
              </a:rPr>
              <a:t>)</a:t>
            </a:r>
            <a:endParaRPr xmlns:mc="http://schemas.openxmlformats.org/markup-compatibility/2006" xmlns:hp="http://schemas.haansoft.com/office/presentation/8.0" kumimoji="0" lang="en-US" altLang="ko-KR" sz="2300" b="1" i="0" u="none" strike="noStrike" kern="0" cap="none" spc="0" normalizeH="0" baseline="0" mc:Ignorable="hp" hp:hslEmbossed="0">
              <a:solidFill>
                <a:schemeClr val="dk2"/>
              </a:solidFill>
              <a:latin typeface="Overpass Mono"/>
              <a:ea typeface="Overpass Mono"/>
              <a:cs typeface="Overpass Mono"/>
              <a:sym typeface="Overpass Mono"/>
            </a:endParaRPr>
          </a:p>
        </p:txBody>
      </p:sp>
    </p:spTree>
    <p:extLst>
      <p:ext uri="{BB962C8B-B14F-4D97-AF65-F5344CB8AC3E}">
        <p14:creationId xmlns:p14="http://schemas.microsoft.com/office/powerpoint/2010/main" val="3865632741"/>
      </p:ext>
    </p:extLst>
  </p:cSld>
  <p:clrMapOvr>
    <a:masterClrMapping/>
  </p:clrMapOvr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그림 36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9059" y="1264783"/>
            <a:ext cx="4572000" cy="3565747"/>
          </a:xfrm>
          <a:prstGeom prst="rect">
            <a:avLst/>
          </a:prstGeom>
        </p:spPr>
      </p:pic>
      <p:sp>
        <p:nvSpPr>
          <p:cNvPr id="340" name="Google Shape;340;p28"/>
          <p:cNvSpPr txBox="1">
            <a:spLocks noGrp="1"/>
          </p:cNvSpPr>
          <p:nvPr>
            <p:ph type="title" idx="0"/>
          </p:nvPr>
        </p:nvSpPr>
        <p:spPr>
          <a:xfrm>
            <a:off x="603630" y="162224"/>
            <a:ext cx="7868160" cy="669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매핑 클래스 작성</a:t>
            </a:r>
            <a:endParaRPr lang="en-US" altLang="ko-KR"/>
          </a:p>
        </p:txBody>
      </p:sp>
      <p:sp>
        <p:nvSpPr>
          <p:cNvPr id="361" name="가로 글상자 360"/>
          <p:cNvSpPr txBox="1"/>
          <p:nvPr/>
        </p:nvSpPr>
        <p:spPr>
          <a:xfrm>
            <a:off x="1436370" y="3379469"/>
            <a:ext cx="3135630" cy="876301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 sz="1300" b="1">
                <a:latin typeface="한컴돋움"/>
                <a:ea typeface="한컴돋움"/>
                <a:cs typeface="한컴돋움"/>
                <a:sym typeface="한컴돋움"/>
              </a:rPr>
              <a:t>review.java</a:t>
            </a:r>
            <a:r>
              <a:rPr lang="ko-KR" altLang="en-US" sz="1300" b="1">
                <a:latin typeface="한컴돋움"/>
                <a:ea typeface="한컴돋움"/>
                <a:cs typeface="한컴돋움"/>
                <a:sym typeface="한컴돋움"/>
              </a:rPr>
              <a:t>와 </a:t>
            </a:r>
            <a:r>
              <a:rPr lang="en-US" altLang="ko-KR" sz="1300" b="1">
                <a:latin typeface="한컴돋움"/>
                <a:ea typeface="한컴돋움"/>
                <a:cs typeface="한컴돋움"/>
                <a:sym typeface="한컴돋움"/>
              </a:rPr>
              <a:t>hotel.java</a:t>
            </a:r>
            <a:r>
              <a:rPr lang="ko-KR" altLang="en-US" sz="1300" b="1">
                <a:latin typeface="한컴돋움"/>
                <a:ea typeface="한컴돋움"/>
                <a:cs typeface="한컴돋움"/>
                <a:sym typeface="한컴돋움"/>
              </a:rPr>
              <a:t>를 통해 생성된 </a:t>
            </a:r>
            <a:r>
              <a:rPr lang="en-US" altLang="ko-KR" sz="1300" b="1">
                <a:latin typeface="한컴돋움"/>
                <a:ea typeface="한컴돋움"/>
                <a:cs typeface="한컴돋움"/>
                <a:sym typeface="한컴돋움"/>
              </a:rPr>
              <a:t>DB</a:t>
            </a:r>
            <a:r>
              <a:rPr lang="ko-KR" altLang="en-US" sz="1300" b="1">
                <a:latin typeface="한컴돋움"/>
                <a:ea typeface="한컴돋움"/>
                <a:cs typeface="한컴돋움"/>
                <a:sym typeface="한컴돋움"/>
              </a:rPr>
              <a:t>의 연관관계이니</a:t>
            </a:r>
            <a:endParaRPr lang="ko-KR" altLang="en-US" sz="1300" b="1">
              <a:latin typeface="한컴돋움"/>
              <a:ea typeface="한컴돋움"/>
              <a:cs typeface="한컴돋움"/>
              <a:sym typeface="한컴돋움"/>
            </a:endParaRPr>
          </a:p>
          <a:p>
            <a:pPr lvl="0">
              <a:defRPr/>
            </a:pPr>
            <a:r>
              <a:rPr lang="en-US" altLang="ko-KR" sz="1300" b="1">
                <a:latin typeface="한컴돋움"/>
                <a:ea typeface="한컴돋움"/>
                <a:cs typeface="한컴돋움"/>
                <a:sym typeface="한컴돋움"/>
              </a:rPr>
              <a:t>review</a:t>
            </a:r>
            <a:r>
              <a:rPr lang="ko-KR" altLang="en-US" sz="1300" b="1">
                <a:latin typeface="한컴돋움"/>
                <a:ea typeface="한컴돋움"/>
                <a:cs typeface="한컴돋움"/>
                <a:sym typeface="한컴돋움"/>
              </a:rPr>
              <a:t>와 </a:t>
            </a:r>
            <a:r>
              <a:rPr lang="en-US" altLang="ko-KR" sz="1300" b="1">
                <a:latin typeface="한컴돋움"/>
                <a:ea typeface="한컴돋움"/>
                <a:cs typeface="한컴돋움"/>
                <a:sym typeface="한컴돋움"/>
              </a:rPr>
              <a:t>hotel</a:t>
            </a:r>
            <a:r>
              <a:rPr lang="ko-KR" altLang="en-US" sz="1300" b="1">
                <a:latin typeface="한컴돋움"/>
                <a:ea typeface="한컴돋움"/>
                <a:cs typeface="한컴돋움"/>
                <a:sym typeface="한컴돋움"/>
              </a:rPr>
              <a:t>에 대한 </a:t>
            </a:r>
            <a:r>
              <a:rPr lang="en-US" altLang="ko-KR" sz="1300" b="1">
                <a:latin typeface="한컴돋움"/>
                <a:ea typeface="한컴돋움"/>
                <a:cs typeface="한컴돋움"/>
                <a:sym typeface="한컴돋움"/>
              </a:rPr>
              <a:t>DB</a:t>
            </a:r>
            <a:r>
              <a:rPr lang="ko-KR" altLang="en-US" sz="1300" b="1">
                <a:latin typeface="한컴돋움"/>
                <a:ea typeface="한컴돋움"/>
                <a:cs typeface="한컴돋움"/>
                <a:sym typeface="한컴돋움"/>
              </a:rPr>
              <a:t>를 선택해줍니다</a:t>
            </a:r>
            <a:r>
              <a:rPr lang="en-US" altLang="ko-KR" sz="1300" b="1">
                <a:latin typeface="한컴돋움"/>
                <a:ea typeface="한컴돋움"/>
                <a:cs typeface="한컴돋움"/>
                <a:sym typeface="한컴돋움"/>
              </a:rPr>
              <a:t>.</a:t>
            </a:r>
            <a:endParaRPr lang="en-US" altLang="ko-KR" sz="1300" b="1">
              <a:latin typeface="한컴돋움"/>
              <a:ea typeface="한컴돋움"/>
              <a:cs typeface="한컴돋움"/>
              <a:sym typeface="한컴돋움"/>
            </a:endParaRPr>
          </a:p>
        </p:txBody>
      </p:sp>
      <p:pic>
        <p:nvPicPr>
          <p:cNvPr id="363" name="그림 362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754879" y="1264783"/>
            <a:ext cx="4280949" cy="3565747"/>
          </a:xfrm>
          <a:prstGeom prst="rect">
            <a:avLst/>
          </a:prstGeom>
        </p:spPr>
      </p:pic>
      <p:sp>
        <p:nvSpPr>
          <p:cNvPr id="364" name="Google Shape;340;p28"/>
          <p:cNvSpPr txBox="1">
            <a:spLocks noGrp="1"/>
          </p:cNvSpPr>
          <p:nvPr/>
        </p:nvSpPr>
        <p:spPr>
          <a:xfrm>
            <a:off x="255765" y="709303"/>
            <a:ext cx="8661793" cy="669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Overpass Mono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2300" b="1" i="0" u="none" strike="noStrike" kern="0" cap="none" spc="0" normalizeH="0" baseline="0" mc:Ignorable="hp" hp:hslEmbossed="0">
                <a:solidFill>
                  <a:schemeClr val="dk2"/>
                </a:solidFill>
                <a:latin typeface="Overpass Mono"/>
                <a:ea typeface="Overpass Mono"/>
                <a:cs typeface="Overpass Mono"/>
                <a:sym typeface="Overpass Mono"/>
              </a:rPr>
              <a:t>My SQL Reverse Engineer Database</a:t>
            </a:r>
            <a:r>
              <a:rPr xmlns:mc="http://schemas.openxmlformats.org/markup-compatibility/2006" xmlns:hp="http://schemas.haansoft.com/office/presentation/8.0" kumimoji="0" lang="ko-KR" altLang="en-US" sz="2300" b="1" i="0" u="none" strike="noStrike" kern="0" cap="none" spc="0" normalizeH="0" baseline="0" mc:Ignorable="hp" hp:hslEmbossed="0">
                <a:solidFill>
                  <a:schemeClr val="dk2"/>
                </a:solidFill>
                <a:latin typeface="Overpass Mono"/>
                <a:ea typeface="Overpass Mono"/>
                <a:cs typeface="Overpass Mono"/>
                <a:sym typeface="Overpass Mono"/>
              </a:rPr>
              <a:t> 활용</a:t>
            </a:r>
            <a:r>
              <a:rPr xmlns:mc="http://schemas.openxmlformats.org/markup-compatibility/2006" xmlns:hp="http://schemas.haansoft.com/office/presentation/8.0" kumimoji="0" lang="en-US" altLang="ko-KR" sz="2300" b="1" i="0" u="none" strike="noStrike" kern="0" cap="none" spc="0" normalizeH="0" baseline="0" mc:Ignorable="hp" hp:hslEmbossed="0">
                <a:solidFill>
                  <a:schemeClr val="dk2"/>
                </a:solidFill>
                <a:latin typeface="Overpass Mono"/>
                <a:ea typeface="Overpass Mono"/>
                <a:cs typeface="Overpass Mono"/>
                <a:sym typeface="Overpass Mono"/>
              </a:rPr>
              <a:t>(Entity</a:t>
            </a:r>
            <a:r>
              <a:rPr xmlns:mc="http://schemas.openxmlformats.org/markup-compatibility/2006" xmlns:hp="http://schemas.haansoft.com/office/presentation/8.0" kumimoji="0" lang="ko-KR" altLang="en-US" sz="2300" b="1" i="0" u="none" strike="noStrike" kern="0" cap="none" spc="0" normalizeH="0" baseline="0" mc:Ignorable="hp" hp:hslEmbossed="0">
                <a:solidFill>
                  <a:schemeClr val="dk2"/>
                </a:solidFill>
                <a:latin typeface="Overpass Mono"/>
                <a:ea typeface="Overpass Mono"/>
                <a:cs typeface="Overpass Mono"/>
                <a:sym typeface="Overpass Mono"/>
              </a:rPr>
              <a:t> 연관관계</a:t>
            </a:r>
            <a:r>
              <a:rPr xmlns:mc="http://schemas.openxmlformats.org/markup-compatibility/2006" xmlns:hp="http://schemas.haansoft.com/office/presentation/8.0" kumimoji="0" lang="en-US" altLang="ko-KR" sz="2300" b="1" i="0" u="none" strike="noStrike" kern="0" cap="none" spc="0" normalizeH="0" baseline="0" mc:Ignorable="hp" hp:hslEmbossed="0">
                <a:solidFill>
                  <a:schemeClr val="dk2"/>
                </a:solidFill>
                <a:latin typeface="Overpass Mono"/>
                <a:ea typeface="Overpass Mono"/>
                <a:cs typeface="Overpass Mono"/>
                <a:sym typeface="Overpass Mono"/>
              </a:rPr>
              <a:t>)</a:t>
            </a:r>
            <a:endParaRPr xmlns:mc="http://schemas.openxmlformats.org/markup-compatibility/2006" xmlns:hp="http://schemas.haansoft.com/office/presentation/8.0" kumimoji="0" lang="en-US" altLang="ko-KR" sz="2300" b="1" i="0" u="none" strike="noStrike" kern="0" cap="none" spc="0" normalizeH="0" baseline="0" mc:Ignorable="hp" hp:hslEmbossed="0">
              <a:solidFill>
                <a:schemeClr val="dk2"/>
              </a:solidFill>
              <a:latin typeface="Overpass Mono"/>
              <a:ea typeface="Overpass Mono"/>
              <a:cs typeface="Overpass Mono"/>
              <a:sym typeface="Overpass Mono"/>
            </a:endParaRPr>
          </a:p>
        </p:txBody>
      </p:sp>
    </p:spTree>
    <p:extLst>
      <p:ext uri="{BB962C8B-B14F-4D97-AF65-F5344CB8AC3E}">
        <p14:creationId xmlns:p14="http://schemas.microsoft.com/office/powerpoint/2010/main" val="4252949217"/>
      </p:ext>
    </p:extLst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8"/>
          <p:cNvSpPr txBox="1">
            <a:spLocks noGrp="1"/>
          </p:cNvSpPr>
          <p:nvPr>
            <p:ph type="title" idx="0"/>
          </p:nvPr>
        </p:nvSpPr>
        <p:spPr>
          <a:xfrm>
            <a:off x="603630" y="162224"/>
            <a:ext cx="7868160" cy="669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매핑 클래스 작성</a:t>
            </a:r>
            <a:endParaRPr lang="en-US" altLang="ko-KR"/>
          </a:p>
        </p:txBody>
      </p:sp>
      <p:pic>
        <p:nvPicPr>
          <p:cNvPr id="364" name="그림 36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15752" y="1378302"/>
            <a:ext cx="4264214" cy="3421381"/>
          </a:xfrm>
          <a:prstGeom prst="rect">
            <a:avLst/>
          </a:prstGeom>
        </p:spPr>
      </p:pic>
      <p:pic>
        <p:nvPicPr>
          <p:cNvPr id="365" name="그림 36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671269" y="1279243"/>
            <a:ext cx="4168914" cy="1809750"/>
          </a:xfrm>
          <a:prstGeom prst="rect">
            <a:avLst/>
          </a:prstGeom>
        </p:spPr>
      </p:pic>
      <p:pic>
        <p:nvPicPr>
          <p:cNvPr id="366" name="그림 365"/>
          <p:cNvPicPr/>
          <p:nvPr/>
        </p:nvPicPr>
        <p:blipFill rotWithShape="1">
          <a:blip r:embed="rId5"/>
          <a:srcRect l="1630" r="1110" b="1280"/>
          <a:stretch>
            <a:fillRect/>
          </a:stretch>
        </p:blipFill>
        <p:spPr>
          <a:xfrm>
            <a:off x="4671269" y="3579495"/>
            <a:ext cx="4168914" cy="1304416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67" name="Google Shape;340;p28"/>
          <p:cNvSpPr txBox="1">
            <a:spLocks noGrp="1"/>
          </p:cNvSpPr>
          <p:nvPr/>
        </p:nvSpPr>
        <p:spPr>
          <a:xfrm>
            <a:off x="255765" y="709303"/>
            <a:ext cx="8661793" cy="669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Overpass Mono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2300" b="1" i="0" u="none" strike="noStrike" kern="0" cap="none" spc="0" normalizeH="0" baseline="0" mc:Ignorable="hp" hp:hslEmbossed="0">
                <a:solidFill>
                  <a:schemeClr val="dk2"/>
                </a:solidFill>
                <a:latin typeface="Overpass Mono"/>
                <a:ea typeface="Overpass Mono"/>
                <a:cs typeface="Overpass Mono"/>
                <a:sym typeface="Overpass Mono"/>
              </a:rPr>
              <a:t>My SQL Reverse Engineer Database</a:t>
            </a:r>
            <a:r>
              <a:rPr xmlns:mc="http://schemas.openxmlformats.org/markup-compatibility/2006" xmlns:hp="http://schemas.haansoft.com/office/presentation/8.0" kumimoji="0" lang="ko-KR" altLang="en-US" sz="2300" b="1" i="0" u="none" strike="noStrike" kern="0" cap="none" spc="0" normalizeH="0" baseline="0" mc:Ignorable="hp" hp:hslEmbossed="0">
                <a:solidFill>
                  <a:schemeClr val="dk2"/>
                </a:solidFill>
                <a:latin typeface="Overpass Mono"/>
                <a:ea typeface="Overpass Mono"/>
                <a:cs typeface="Overpass Mono"/>
                <a:sym typeface="Overpass Mono"/>
              </a:rPr>
              <a:t> 활용</a:t>
            </a:r>
            <a:r>
              <a:rPr xmlns:mc="http://schemas.openxmlformats.org/markup-compatibility/2006" xmlns:hp="http://schemas.haansoft.com/office/presentation/8.0" kumimoji="0" lang="en-US" altLang="ko-KR" sz="2300" b="1" i="0" u="none" strike="noStrike" kern="0" cap="none" spc="0" normalizeH="0" baseline="0" mc:Ignorable="hp" hp:hslEmbossed="0">
                <a:solidFill>
                  <a:schemeClr val="dk2"/>
                </a:solidFill>
                <a:latin typeface="Overpass Mono"/>
                <a:ea typeface="Overpass Mono"/>
                <a:cs typeface="Overpass Mono"/>
                <a:sym typeface="Overpass Mono"/>
              </a:rPr>
              <a:t>(Entity</a:t>
            </a:r>
            <a:r>
              <a:rPr xmlns:mc="http://schemas.openxmlformats.org/markup-compatibility/2006" xmlns:hp="http://schemas.haansoft.com/office/presentation/8.0" kumimoji="0" lang="ko-KR" altLang="en-US" sz="2300" b="1" i="0" u="none" strike="noStrike" kern="0" cap="none" spc="0" normalizeH="0" baseline="0" mc:Ignorable="hp" hp:hslEmbossed="0">
                <a:solidFill>
                  <a:schemeClr val="dk2"/>
                </a:solidFill>
                <a:latin typeface="Overpass Mono"/>
                <a:ea typeface="Overpass Mono"/>
                <a:cs typeface="Overpass Mono"/>
                <a:sym typeface="Overpass Mono"/>
              </a:rPr>
              <a:t> 연관관계</a:t>
            </a:r>
            <a:r>
              <a:rPr xmlns:mc="http://schemas.openxmlformats.org/markup-compatibility/2006" xmlns:hp="http://schemas.haansoft.com/office/presentation/8.0" kumimoji="0" lang="en-US" altLang="ko-KR" sz="2300" b="1" i="0" u="none" strike="noStrike" kern="0" cap="none" spc="0" normalizeH="0" baseline="0" mc:Ignorable="hp" hp:hslEmbossed="0">
                <a:solidFill>
                  <a:schemeClr val="dk2"/>
                </a:solidFill>
                <a:latin typeface="Overpass Mono"/>
                <a:ea typeface="Overpass Mono"/>
                <a:cs typeface="Overpass Mono"/>
                <a:sym typeface="Overpass Mono"/>
              </a:rPr>
              <a:t>)</a:t>
            </a:r>
            <a:endParaRPr xmlns:mc="http://schemas.openxmlformats.org/markup-compatibility/2006" xmlns:hp="http://schemas.haansoft.com/office/presentation/8.0" kumimoji="0" lang="en-US" altLang="ko-KR" sz="2300" b="1" i="0" u="none" strike="noStrike" kern="0" cap="none" spc="0" normalizeH="0" baseline="0" mc:Ignorable="hp" hp:hslEmbossed="0">
              <a:solidFill>
                <a:schemeClr val="dk2"/>
              </a:solidFill>
              <a:latin typeface="Overpass Mono"/>
              <a:ea typeface="Overpass Mono"/>
              <a:cs typeface="Overpass Mono"/>
              <a:sym typeface="Overpass Mono"/>
            </a:endParaRPr>
          </a:p>
        </p:txBody>
      </p:sp>
      <p:sp>
        <p:nvSpPr>
          <p:cNvPr id="368" name="가로 글상자 367"/>
          <p:cNvSpPr txBox="1"/>
          <p:nvPr/>
        </p:nvSpPr>
        <p:spPr>
          <a:xfrm>
            <a:off x="4671268" y="3060428"/>
            <a:ext cx="4168913" cy="519067"/>
          </a:xfrm>
          <a:prstGeom prst="rect">
            <a:avLst/>
          </a:prstGeom>
          <a:solidFill>
            <a:schemeClr val="dk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 b="1">
                <a:solidFill>
                  <a:schemeClr val="lt1"/>
                </a:solidFill>
                <a:latin typeface="맑은 고딕"/>
                <a:ea typeface="맑은 고딕"/>
              </a:rPr>
              <a:t>DB</a:t>
            </a:r>
            <a:r>
              <a:rPr lang="ko-KR" altLang="en-US" b="1">
                <a:solidFill>
                  <a:schemeClr val="lt1"/>
                </a:solidFill>
                <a:latin typeface="맑은 고딕"/>
                <a:ea typeface="맑은 고딕"/>
              </a:rPr>
              <a:t>와 </a:t>
            </a:r>
            <a:r>
              <a:rPr lang="en-US" altLang="ko-KR" b="1">
                <a:solidFill>
                  <a:schemeClr val="lt1"/>
                </a:solidFill>
                <a:latin typeface="맑은 고딕"/>
                <a:ea typeface="맑은 고딕"/>
              </a:rPr>
              <a:t>Java</a:t>
            </a:r>
            <a:r>
              <a:rPr lang="ko-KR" altLang="en-US" b="1">
                <a:solidFill>
                  <a:schemeClr val="lt1"/>
                </a:solidFill>
                <a:latin typeface="맑은 고딕"/>
                <a:ea typeface="맑은 고딕"/>
              </a:rPr>
              <a:t>가 서로 그림과 같은 연관관계가 형성되었습니다</a:t>
            </a:r>
            <a:r>
              <a:rPr lang="en-US" altLang="ko-KR" b="1">
                <a:solidFill>
                  <a:schemeClr val="lt1"/>
                </a:solidFill>
                <a:latin typeface="맑은 고딕"/>
                <a:ea typeface="맑은 고딕"/>
              </a:rPr>
              <a:t>.</a:t>
            </a:r>
            <a:endParaRPr lang="en-US" altLang="ko-KR" b="1">
              <a:solidFill>
                <a:schemeClr val="lt1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907673075"/>
      </p:ext>
    </p:extLst>
  </p:cSld>
  <p:clrMapOvr>
    <a:masterClrMapping/>
  </p:clrMapOvr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2"/>
          <p:cNvSpPr txBox="1">
            <a:spLocks noGrp="1"/>
          </p:cNvSpPr>
          <p:nvPr>
            <p:ph type="title" idx="0"/>
          </p:nvPr>
        </p:nvSpPr>
        <p:spPr>
          <a:xfrm>
            <a:off x="454800" y="2714625"/>
            <a:ext cx="8425200" cy="447900"/>
          </a:xfrm>
          <a:prstGeom prst="rect">
            <a:avLst/>
          </a:prstGeom>
        </p:spPr>
        <p:txBody>
          <a:bodyPr wrap="square" lIns="91424" tIns="0" rIns="91424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스프링 데이터 </a:t>
            </a:r>
            <a:r>
              <a:rPr lang="en-US" altLang="ko-KR"/>
              <a:t>JPA</a:t>
            </a:r>
            <a:r>
              <a:rPr lang="ko-KR" altLang="en-US"/>
              <a:t> 구현</a:t>
            </a:r>
            <a:endParaRPr lang="ko-KR" altLang="en-US"/>
          </a:p>
        </p:txBody>
      </p:sp>
      <p:sp>
        <p:nvSpPr>
          <p:cNvPr id="375" name="Google Shape;375;p32"/>
          <p:cNvSpPr txBox="1">
            <a:spLocks noGrp="1"/>
          </p:cNvSpPr>
          <p:nvPr>
            <p:ph type="title" idx="2"/>
          </p:nvPr>
        </p:nvSpPr>
        <p:spPr>
          <a:xfrm>
            <a:off x="454800" y="2150850"/>
            <a:ext cx="8425200" cy="489600"/>
          </a:xfrm>
          <a:prstGeom prst="rect">
            <a:avLst/>
          </a:prstGeom>
        </p:spPr>
        <p:txBody>
          <a:bodyPr wrap="square" lIns="91424" tIns="0" rIns="91424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0</a:t>
            </a:r>
            <a:r>
              <a:rPr lang="en-US" altLang="ko-KR"/>
              <a:t>3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08065678"/>
      </p:ext>
    </p:extLst>
  </p:cSld>
  <p:clrMapOvr>
    <a:masterClrMapping/>
  </p:clrMapOvr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blipFill rotWithShape="1">
          <a:blip r:embed="rId3">
            <a:alphaModFix/>
          </a:blip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44"/>
          <p:cNvSpPr txBox="1">
            <a:spLocks noGrp="1"/>
          </p:cNvSpPr>
          <p:nvPr>
            <p:ph type="title" idx="0"/>
          </p:nvPr>
        </p:nvSpPr>
        <p:spPr>
          <a:xfrm>
            <a:off x="3762375" y="1012300"/>
            <a:ext cx="4915200" cy="1940100"/>
          </a:xfrm>
          <a:prstGeom prst="rect">
            <a:avLst/>
          </a:prstGeom>
        </p:spPr>
        <p:txBody>
          <a:bodyPr wrap="square" lIns="91424" tIns="0" rIns="91424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/>
              <a:t>JPA</a:t>
            </a:r>
            <a:r>
              <a:rPr lang="ko-KR" altLang="en-US"/>
              <a:t> 구현하기</a:t>
            </a:r>
            <a:endParaRPr lang="ko-KR" altLang="en-US"/>
          </a:p>
        </p:txBody>
      </p:sp>
    </p:spTree>
  </p:cSld>
  <p:clrMapOvr>
    <a:masterClrMapping/>
  </p:clrMapOvr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가로 글상자 344"/>
          <p:cNvSpPr txBox="1"/>
          <p:nvPr/>
        </p:nvSpPr>
        <p:spPr>
          <a:xfrm>
            <a:off x="301942" y="3074966"/>
            <a:ext cx="8425816" cy="2038054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defRPr/>
            </a:pPr>
            <a:r>
              <a:rPr lang="ko-KR" altLang="en-US" sz="1600" b="1">
                <a:solidFill>
                  <a:schemeClr val="lt1"/>
                </a:solidFill>
                <a:latin typeface="맑은 고딕"/>
                <a:ea typeface="맑은 고딕"/>
              </a:rPr>
              <a:t>◎ 해당되는 조건으로 패키지 추가</a:t>
            </a:r>
            <a:r>
              <a:rPr lang="en-US" altLang="ko-KR" sz="1600" b="1">
                <a:solidFill>
                  <a:schemeClr val="lt1"/>
                </a:solidFill>
                <a:latin typeface="맑은 고딕"/>
                <a:ea typeface="맑은 고딕"/>
              </a:rPr>
              <a:t>,</a:t>
            </a:r>
            <a:r>
              <a:rPr lang="ko-KR" altLang="en-US" sz="1600" b="1">
                <a:solidFill>
                  <a:schemeClr val="lt1"/>
                </a:solidFill>
                <a:latin typeface="맑은 고딕"/>
                <a:ea typeface="맑은 고딕"/>
              </a:rPr>
              <a:t> 클래스 생성</a:t>
            </a:r>
            <a:r>
              <a:rPr lang="en-US" altLang="ko-KR" sz="1600" b="1">
                <a:solidFill>
                  <a:schemeClr val="lt1"/>
                </a:solidFill>
                <a:latin typeface="맑은 고딕"/>
                <a:ea typeface="맑은 고딕"/>
              </a:rPr>
              <a:t>,</a:t>
            </a:r>
            <a:r>
              <a:rPr lang="ko-KR" altLang="en-US" sz="1600" b="1">
                <a:solidFill>
                  <a:schemeClr val="lt1"/>
                </a:solidFill>
                <a:latin typeface="맑은 고딕"/>
                <a:ea typeface="맑은 고딕"/>
              </a:rPr>
              <a:t> 인터페이스 생성을 해줍니다</a:t>
            </a:r>
            <a:r>
              <a:rPr lang="en-US" altLang="ko-KR" sz="1600" b="1">
                <a:solidFill>
                  <a:schemeClr val="lt1"/>
                </a:solidFill>
                <a:latin typeface="맑은 고딕"/>
                <a:ea typeface="맑은 고딕"/>
              </a:rPr>
              <a:t>.</a:t>
            </a:r>
            <a:endParaRPr lang="en-US" altLang="ko-KR" sz="1600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 algn="ctr">
              <a:defRPr/>
            </a:pPr>
            <a:endParaRPr lang="ko-KR" altLang="en-US" sz="1600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 algn="ctr">
              <a:defRPr/>
            </a:pPr>
            <a:r>
              <a:rPr lang="en-US" altLang="ko-KR" sz="1600" b="1">
                <a:solidFill>
                  <a:schemeClr val="lt1"/>
                </a:solidFill>
                <a:latin typeface="맑은 고딕"/>
                <a:ea typeface="맑은 고딕"/>
              </a:rPr>
              <a:t>1)</a:t>
            </a:r>
            <a:r>
              <a:rPr lang="ko-KR" altLang="en-US" sz="1600" b="1">
                <a:solidFill>
                  <a:schemeClr val="lt1"/>
                </a:solidFill>
                <a:latin typeface="맑은 고딕"/>
                <a:ea typeface="맑은 고딕"/>
              </a:rPr>
              <a:t>패키지 </a:t>
            </a:r>
            <a:r>
              <a:rPr lang="en-US" altLang="ko-KR" sz="1600" b="1">
                <a:solidFill>
                  <a:schemeClr val="lt1"/>
                </a:solidFill>
                <a:latin typeface="맑은 고딕"/>
                <a:ea typeface="맑은 고딕"/>
              </a:rPr>
              <a:t>-</a:t>
            </a:r>
            <a:r>
              <a:rPr lang="ko-KR" altLang="en-US" sz="1600" b="1">
                <a:solidFill>
                  <a:schemeClr val="lt1"/>
                </a:solidFill>
                <a:latin typeface="맑은 고딕"/>
                <a:ea typeface="맑은 고딕"/>
              </a:rPr>
              <a:t> 해당조건에 맞게 각 패키지를 만듭니다</a:t>
            </a:r>
            <a:r>
              <a:rPr lang="en-US" altLang="ko-KR" sz="1600" b="1">
                <a:solidFill>
                  <a:schemeClr val="lt1"/>
                </a:solidFill>
                <a:latin typeface="맑은 고딕"/>
                <a:ea typeface="맑은 고딕"/>
              </a:rPr>
              <a:t>.</a:t>
            </a:r>
            <a:endParaRPr lang="en-US" altLang="ko-KR" sz="1600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 algn="ctr">
              <a:defRPr/>
            </a:pPr>
            <a:endParaRPr lang="en-US" altLang="ko-KR" sz="1600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 algn="ctr">
              <a:defRPr/>
            </a:pPr>
            <a:r>
              <a:rPr lang="en-US" altLang="ko-KR" sz="1600" b="1">
                <a:solidFill>
                  <a:schemeClr val="lt1"/>
                </a:solidFill>
                <a:latin typeface="맑은 고딕"/>
                <a:ea typeface="맑은 고딕"/>
              </a:rPr>
              <a:t>2)</a:t>
            </a:r>
            <a:r>
              <a:rPr lang="ko-KR" altLang="en-US" sz="1600" b="1">
                <a:solidFill>
                  <a:schemeClr val="lt1"/>
                </a:solidFill>
                <a:latin typeface="맑은 고딕"/>
                <a:ea typeface="맑은 고딕"/>
              </a:rPr>
              <a:t> 인터페이스 구현 </a:t>
            </a:r>
            <a:r>
              <a:rPr lang="en-US" altLang="ko-KR" sz="1600" b="1">
                <a:solidFill>
                  <a:schemeClr val="lt1"/>
                </a:solidFill>
                <a:latin typeface="맑은 고딕"/>
                <a:ea typeface="맑은 고딕"/>
              </a:rPr>
              <a:t>-</a:t>
            </a:r>
            <a:r>
              <a:rPr lang="ko-KR" altLang="en-US" sz="1600" b="1">
                <a:solidFill>
                  <a:schemeClr val="lt1"/>
                </a:solidFill>
                <a:latin typeface="맑은 고딕"/>
                <a:ea typeface="맑은 고딕"/>
              </a:rPr>
              <a:t> </a:t>
            </a:r>
            <a:r>
              <a:rPr lang="en-US" altLang="ko-KR" sz="1600" b="1">
                <a:solidFill>
                  <a:schemeClr val="lt1"/>
                </a:solidFill>
                <a:latin typeface="맑은 고딕"/>
                <a:ea typeface="맑은 고딕"/>
              </a:rPr>
              <a:t>Repository</a:t>
            </a:r>
            <a:r>
              <a:rPr lang="ko-KR" altLang="en-US" sz="1600" b="1">
                <a:solidFill>
                  <a:schemeClr val="lt1"/>
                </a:solidFill>
                <a:latin typeface="맑은 고딕"/>
                <a:ea typeface="맑은 고딕"/>
              </a:rPr>
              <a:t> 객체를 구현합니다</a:t>
            </a:r>
            <a:r>
              <a:rPr lang="en-US" altLang="ko-KR" sz="1600" b="1">
                <a:solidFill>
                  <a:schemeClr val="lt1"/>
                </a:solidFill>
                <a:latin typeface="맑은 고딕"/>
                <a:ea typeface="맑은 고딕"/>
              </a:rPr>
              <a:t>.</a:t>
            </a:r>
            <a:endParaRPr lang="en-US" altLang="ko-KR" sz="1600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 algn="ctr">
              <a:defRPr/>
            </a:pPr>
            <a:endParaRPr lang="ko-KR" altLang="en-US" sz="1600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 algn="ctr">
              <a:defRPr/>
            </a:pPr>
            <a:r>
              <a:rPr lang="en-US" altLang="ko-KR" sz="1600" b="1">
                <a:solidFill>
                  <a:schemeClr val="lt1"/>
                </a:solidFill>
                <a:latin typeface="맑은 고딕"/>
                <a:ea typeface="맑은 고딕"/>
              </a:rPr>
              <a:t>3) </a:t>
            </a:r>
            <a:r>
              <a:rPr lang="ko-KR" altLang="en-US" sz="1600" b="1">
                <a:solidFill>
                  <a:schemeClr val="lt1"/>
                </a:solidFill>
                <a:latin typeface="맑은 고딕"/>
                <a:ea typeface="맑은 고딕"/>
              </a:rPr>
              <a:t>클래스 생성 </a:t>
            </a:r>
            <a:r>
              <a:rPr lang="en-US" altLang="ko-KR" sz="1600" b="1">
                <a:solidFill>
                  <a:schemeClr val="lt1"/>
                </a:solidFill>
                <a:latin typeface="맑은 고딕"/>
                <a:ea typeface="맑은 고딕"/>
              </a:rPr>
              <a:t>-</a:t>
            </a:r>
            <a:r>
              <a:rPr lang="ko-KR" altLang="en-US" sz="1600" b="1">
                <a:solidFill>
                  <a:schemeClr val="lt1"/>
                </a:solidFill>
                <a:latin typeface="맑은 고딕"/>
                <a:ea typeface="맑은 고딕"/>
              </a:rPr>
              <a:t> 컨트롤러</a:t>
            </a:r>
            <a:r>
              <a:rPr lang="en-US" altLang="ko-KR" sz="1600" b="1">
                <a:solidFill>
                  <a:schemeClr val="lt1"/>
                </a:solidFill>
                <a:latin typeface="맑은 고딕"/>
                <a:ea typeface="맑은 고딕"/>
              </a:rPr>
              <a:t>,</a:t>
            </a:r>
            <a:r>
              <a:rPr lang="ko-KR" altLang="en-US" sz="1600" b="1">
                <a:solidFill>
                  <a:schemeClr val="lt1"/>
                </a:solidFill>
                <a:latin typeface="맑은 고딕"/>
                <a:ea typeface="맑은 고딕"/>
              </a:rPr>
              <a:t> </a:t>
            </a:r>
            <a:r>
              <a:rPr lang="en-US" altLang="ko-KR" sz="1600" b="1">
                <a:solidFill>
                  <a:schemeClr val="lt1"/>
                </a:solidFill>
                <a:latin typeface="맑은 고딕"/>
                <a:ea typeface="맑은 고딕"/>
              </a:rPr>
              <a:t>Service,</a:t>
            </a:r>
            <a:r>
              <a:rPr lang="ko-KR" altLang="en-US" sz="1600" b="1">
                <a:solidFill>
                  <a:schemeClr val="lt1"/>
                </a:solidFill>
                <a:latin typeface="맑은 고딕"/>
                <a:ea typeface="맑은 고딕"/>
              </a:rPr>
              <a:t> </a:t>
            </a:r>
            <a:r>
              <a:rPr lang="en-US" altLang="ko-KR" sz="1600" b="1">
                <a:solidFill>
                  <a:schemeClr val="lt1"/>
                </a:solidFill>
                <a:latin typeface="맑은 고딕"/>
                <a:ea typeface="맑은 고딕"/>
              </a:rPr>
              <a:t>Repository, DTO</a:t>
            </a:r>
            <a:endParaRPr lang="en-US" altLang="ko-KR" sz="1600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 algn="ctr">
              <a:defRPr/>
            </a:pPr>
            <a:r>
              <a:rPr lang="ko-KR" altLang="en-US" sz="1600" b="1">
                <a:solidFill>
                  <a:schemeClr val="lt1"/>
                </a:solidFill>
                <a:latin typeface="맑은 고딕"/>
                <a:ea typeface="맑은 고딕"/>
              </a:rPr>
              <a:t>각 패키지에 맞게 클래스 생성합니다</a:t>
            </a:r>
            <a:r>
              <a:rPr lang="en-US" altLang="ko-KR" sz="1600" b="1">
                <a:solidFill>
                  <a:schemeClr val="lt1"/>
                </a:solidFill>
                <a:latin typeface="맑은 고딕"/>
                <a:ea typeface="맑은 고딕"/>
              </a:rPr>
              <a:t>.</a:t>
            </a:r>
            <a:endParaRPr lang="en-US" altLang="ko-KR" sz="1600" b="1">
              <a:solidFill>
                <a:schemeClr val="lt1"/>
              </a:solidFill>
              <a:latin typeface="맑은 고딕"/>
              <a:ea typeface="맑은 고딕"/>
            </a:endParaRPr>
          </a:p>
        </p:txBody>
      </p:sp>
      <p:pic>
        <p:nvPicPr>
          <p:cNvPr id="351" name="그림 350"/>
          <p:cNvPicPr/>
          <p:nvPr/>
        </p:nvPicPr>
        <p:blipFill rotWithShape="1">
          <a:blip r:embed="rId3"/>
          <a:stretch>
            <a:fillRect/>
          </a:stretch>
        </p:blipFill>
        <p:spPr>
          <a:xfrm>
            <a:off x="432928" y="1195026"/>
            <a:ext cx="2315083" cy="171932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52" name="그림 351"/>
          <p:cNvPicPr/>
          <p:nvPr/>
        </p:nvPicPr>
        <p:blipFill rotWithShape="1">
          <a:blip r:embed="rId4"/>
          <a:srcRect l="8490"/>
          <a:stretch>
            <a:fillRect/>
          </a:stretch>
        </p:blipFill>
        <p:spPr>
          <a:xfrm>
            <a:off x="3116580" y="1128859"/>
            <a:ext cx="2202180" cy="188976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54" name="Google Shape;340;p28"/>
          <p:cNvSpPr txBox="1">
            <a:spLocks noGrp="1"/>
          </p:cNvSpPr>
          <p:nvPr/>
        </p:nvSpPr>
        <p:spPr>
          <a:xfrm>
            <a:off x="1483740" y="238125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Overpass Mono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1" i="0" u="none" strike="noStrike" kern="0" cap="none" spc="0" normalizeH="0" baseline="0" mc:Ignorable="hp" hp:hslEmbossed="0">
                <a:solidFill>
                  <a:schemeClr val="dk2"/>
                </a:solidFill>
                <a:latin typeface="Overpass Mono"/>
                <a:ea typeface="Overpass Mono"/>
                <a:cs typeface="Overpass Mono"/>
                <a:sym typeface="Overpass Mono"/>
              </a:rPr>
              <a:t>Spring Data JPA</a:t>
            </a:r>
            <a:r>
              <a:rPr xmlns:mc="http://schemas.openxmlformats.org/markup-compatibility/2006" xmlns:hp="http://schemas.haansoft.com/office/presentation/8.0" kumimoji="0" lang="ko-KR" altLang="en-US" sz="3000" b="1" i="0" u="none" strike="noStrike" kern="0" cap="none" spc="0" normalizeH="0" baseline="0" mc:Ignorable="hp" hp:hslEmbossed="0">
                <a:solidFill>
                  <a:schemeClr val="dk2"/>
                </a:solidFill>
                <a:latin typeface="Overpass Mono"/>
                <a:ea typeface="Overpass Mono"/>
                <a:cs typeface="Overpass Mono"/>
                <a:sym typeface="Overpass Mono"/>
              </a:rPr>
              <a:t>를 구현하기</a:t>
            </a:r>
            <a:endParaRPr xmlns:mc="http://schemas.openxmlformats.org/markup-compatibility/2006" xmlns:hp="http://schemas.haansoft.com/office/presentation/8.0" kumimoji="0" lang="ko-KR" altLang="en-US" sz="3000" b="1" i="0" u="none" strike="noStrike" kern="0" cap="none" spc="0" normalizeH="0" baseline="0" mc:Ignorable="hp" hp:hslEmbossed="0">
              <a:solidFill>
                <a:schemeClr val="dk2"/>
              </a:solidFill>
              <a:latin typeface="Overpass Mono"/>
              <a:ea typeface="Overpass Mono"/>
              <a:cs typeface="Overpass Mono"/>
              <a:sym typeface="Overpass Mono"/>
            </a:endParaRPr>
          </a:p>
        </p:txBody>
      </p:sp>
    </p:spTree>
    <p:extLst>
      <p:ext uri="{BB962C8B-B14F-4D97-AF65-F5344CB8AC3E}">
        <p14:creationId xmlns:p14="http://schemas.microsoft.com/office/powerpoint/2010/main" val="1054044318"/>
      </p:ext>
    </p:extLst>
  </p:cSld>
  <p:clrMapOvr>
    <a:masterClrMapping/>
  </p:clrMapOvr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blipFill rotWithShape="1">
          <a:blip r:embed="rId3">
            <a:alphaModFix/>
          </a:blip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44"/>
          <p:cNvSpPr txBox="1">
            <a:spLocks noGrp="1"/>
          </p:cNvSpPr>
          <p:nvPr>
            <p:ph type="title" idx="0"/>
          </p:nvPr>
        </p:nvSpPr>
        <p:spPr>
          <a:xfrm>
            <a:off x="3762375" y="1012300"/>
            <a:ext cx="4915200" cy="1940100"/>
          </a:xfrm>
          <a:prstGeom prst="rect">
            <a:avLst/>
          </a:prstGeom>
        </p:spPr>
        <p:txBody>
          <a:bodyPr wrap="square" lIns="91424" tIns="0" rIns="91424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/>
              <a:t>JPA</a:t>
            </a:r>
            <a:r>
              <a:rPr lang="ko-KR" altLang="en-US"/>
              <a:t> 구현하기</a:t>
            </a:r>
            <a:br>
              <a:rPr lang="ko-KR" altLang="en-US"/>
            </a:br>
            <a:r>
              <a:rPr lang="ko-KR" altLang="en-US" sz="2600"/>
              <a:t>패키지</a:t>
            </a:r>
            <a:r>
              <a:rPr lang="en-US" altLang="ko-KR" sz="2600"/>
              <a:t>,</a:t>
            </a:r>
            <a:r>
              <a:rPr lang="ko-KR" altLang="en-US" sz="2600"/>
              <a:t> 클래스</a:t>
            </a:r>
            <a:r>
              <a:rPr lang="en-US" altLang="ko-KR" sz="2600"/>
              <a:t>,</a:t>
            </a:r>
            <a:r>
              <a:rPr lang="ko-KR" altLang="en-US" sz="2600"/>
              <a:t> 인터페이스 추가</a:t>
            </a:r>
            <a:endParaRPr lang="ko-KR" altLang="en-US" sz="2600"/>
          </a:p>
        </p:txBody>
      </p:sp>
    </p:spTree>
    <p:extLst>
      <p:ext uri="{BB962C8B-B14F-4D97-AF65-F5344CB8AC3E}">
        <p14:creationId xmlns:p14="http://schemas.microsoft.com/office/powerpoint/2010/main" val="3479916381"/>
      </p:ext>
    </p:extLst>
  </p:cSld>
  <p:clrMapOvr>
    <a:masterClrMapping/>
  </p:clrMapOvr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8"/>
          <p:cNvSpPr txBox="1">
            <a:spLocks noGrp="1"/>
          </p:cNvSpPr>
          <p:nvPr>
            <p:ph type="title" idx="0"/>
          </p:nvPr>
        </p:nvSpPr>
        <p:spPr>
          <a:xfrm>
            <a:off x="1278050" y="286050"/>
            <a:ext cx="6588000" cy="6690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패키지</a:t>
            </a:r>
            <a:r>
              <a:rPr lang="en-US" altLang="ko-KR"/>
              <a:t>,</a:t>
            </a:r>
            <a:r>
              <a:rPr lang="ko-KR" altLang="en-US"/>
              <a:t> 클래스</a:t>
            </a:r>
            <a:r>
              <a:rPr lang="en-US" altLang="ko-KR"/>
              <a:t>,</a:t>
            </a:r>
            <a:r>
              <a:rPr lang="ko-KR" altLang="en-US"/>
              <a:t> 인터페이스 추가하기</a:t>
            </a:r>
            <a:endParaRPr lang="ko-KR" altLang="en-US"/>
          </a:p>
        </p:txBody>
      </p:sp>
      <p:pic>
        <p:nvPicPr>
          <p:cNvPr id="350" name="그림 34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33247" y="1183005"/>
            <a:ext cx="3694093" cy="3268978"/>
          </a:xfrm>
          <a:prstGeom prst="rect">
            <a:avLst/>
          </a:prstGeom>
        </p:spPr>
      </p:pic>
      <p:pic>
        <p:nvPicPr>
          <p:cNvPr id="351" name="그림 350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061460" y="1320165"/>
            <a:ext cx="4938388" cy="2779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137340"/>
      </p:ext>
    </p:extLst>
  </p:cSld>
  <p:clrMapOvr>
    <a:masterClrMapping/>
  </p:clrMapOvr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8"/>
          <p:cNvSpPr txBox="1">
            <a:spLocks noGrp="1"/>
          </p:cNvSpPr>
          <p:nvPr>
            <p:ph type="title" idx="0"/>
          </p:nvPr>
        </p:nvSpPr>
        <p:spPr>
          <a:xfrm>
            <a:off x="1278050" y="286050"/>
            <a:ext cx="6588000" cy="6690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패키지</a:t>
            </a:r>
            <a:r>
              <a:rPr lang="en-US" altLang="ko-KR"/>
              <a:t>,</a:t>
            </a:r>
            <a:r>
              <a:rPr lang="ko-KR" altLang="en-US"/>
              <a:t> 클래스</a:t>
            </a:r>
            <a:r>
              <a:rPr lang="en-US" altLang="ko-KR"/>
              <a:t>,</a:t>
            </a:r>
            <a:r>
              <a:rPr lang="ko-KR" altLang="en-US"/>
              <a:t> 인터페이스 추가하기</a:t>
            </a:r>
            <a:endParaRPr lang="ko-KR" altLang="en-US"/>
          </a:p>
        </p:txBody>
      </p:sp>
      <p:pic>
        <p:nvPicPr>
          <p:cNvPr id="354" name="그림 35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46802" y="1067419"/>
            <a:ext cx="3060159" cy="3299460"/>
          </a:xfrm>
          <a:prstGeom prst="rect">
            <a:avLst/>
          </a:prstGeom>
        </p:spPr>
      </p:pic>
      <p:pic>
        <p:nvPicPr>
          <p:cNvPr id="355" name="그림 35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740744" y="1067419"/>
            <a:ext cx="4837764" cy="334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387789"/>
      </p:ext>
    </p:extLst>
  </p:cSld>
  <p:clrMapOvr>
    <a:masterClrMapping/>
  </p:clrMapOvr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8"/>
          <p:cNvSpPr txBox="1">
            <a:spLocks noGrp="1"/>
          </p:cNvSpPr>
          <p:nvPr>
            <p:ph type="title" idx="0"/>
          </p:nvPr>
        </p:nvSpPr>
        <p:spPr>
          <a:xfrm>
            <a:off x="1278050" y="286050"/>
            <a:ext cx="6588000" cy="6690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패키지</a:t>
            </a:r>
            <a:r>
              <a:rPr lang="en-US" altLang="ko-KR"/>
              <a:t>,</a:t>
            </a:r>
            <a:r>
              <a:rPr lang="ko-KR" altLang="en-US"/>
              <a:t> 클래스</a:t>
            </a:r>
            <a:r>
              <a:rPr lang="en-US" altLang="ko-KR"/>
              <a:t>,</a:t>
            </a:r>
            <a:r>
              <a:rPr lang="ko-KR" altLang="en-US"/>
              <a:t> 인터페이스 추가하기</a:t>
            </a:r>
            <a:endParaRPr lang="ko-KR" altLang="en-US"/>
          </a:p>
        </p:txBody>
      </p:sp>
      <p:pic>
        <p:nvPicPr>
          <p:cNvPr id="356" name="그림 35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56704" y="955050"/>
            <a:ext cx="4079570" cy="3898358"/>
          </a:xfrm>
          <a:prstGeom prst="rect">
            <a:avLst/>
          </a:prstGeom>
        </p:spPr>
      </p:pic>
      <p:pic>
        <p:nvPicPr>
          <p:cNvPr id="357" name="그림 35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671161" y="955049"/>
            <a:ext cx="4140524" cy="3898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37982"/>
      </p:ext>
    </p:extLst>
  </p:cSld>
  <p:clrMapOvr>
    <a:masterClrMapping/>
  </p:clrMapOvr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8"/>
          <p:cNvSpPr txBox="1">
            <a:spLocks noGrp="1"/>
          </p:cNvSpPr>
          <p:nvPr>
            <p:ph type="title" idx="0"/>
          </p:nvPr>
        </p:nvSpPr>
        <p:spPr>
          <a:xfrm>
            <a:off x="1278050" y="286050"/>
            <a:ext cx="6588000" cy="6690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패키지</a:t>
            </a:r>
            <a:r>
              <a:rPr lang="en-US" altLang="ko-KR"/>
              <a:t>,</a:t>
            </a:r>
            <a:r>
              <a:rPr lang="ko-KR" altLang="en-US"/>
              <a:t> 클래스</a:t>
            </a:r>
            <a:r>
              <a:rPr lang="en-US" altLang="ko-KR"/>
              <a:t>,</a:t>
            </a:r>
            <a:r>
              <a:rPr lang="ko-KR" altLang="en-US"/>
              <a:t> 인터페이스 추가하기</a:t>
            </a:r>
            <a:endParaRPr lang="ko-KR" altLang="en-US"/>
          </a:p>
        </p:txBody>
      </p:sp>
      <p:pic>
        <p:nvPicPr>
          <p:cNvPr id="358" name="그림 35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6560" y="1054110"/>
            <a:ext cx="4245440" cy="3691502"/>
          </a:xfrm>
          <a:prstGeom prst="rect">
            <a:avLst/>
          </a:prstGeom>
        </p:spPr>
      </p:pic>
      <p:sp>
        <p:nvSpPr>
          <p:cNvPr id="361" name="가로 글상자 360"/>
          <p:cNvSpPr txBox="1"/>
          <p:nvPr/>
        </p:nvSpPr>
        <p:spPr>
          <a:xfrm>
            <a:off x="4881561" y="4579073"/>
            <a:ext cx="3823336" cy="3330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1600" b="1">
                <a:solidFill>
                  <a:schemeClr val="lt1"/>
                </a:solidFill>
                <a:latin typeface="맑은 고딕"/>
                <a:ea typeface="맑은 고딕"/>
              </a:rPr>
              <a:t>이하 생략</a:t>
            </a:r>
            <a:endParaRPr lang="ko-KR" altLang="en-US" sz="1600" b="1">
              <a:solidFill>
                <a:schemeClr val="lt1"/>
              </a:solidFill>
              <a:latin typeface="맑은 고딕"/>
              <a:ea typeface="맑은 고딕"/>
            </a:endParaRPr>
          </a:p>
        </p:txBody>
      </p:sp>
      <p:pic>
        <p:nvPicPr>
          <p:cNvPr id="362" name="그림 361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688774" y="1054109"/>
            <a:ext cx="4208913" cy="3524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34324"/>
      </p:ext>
    </p:extLst>
  </p:cSld>
  <p:clrMapOvr>
    <a:masterClrMapping/>
  </p:clrMapOvr>
</p:sld>
</file>

<file path=ppt/slides/slide2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8"/>
          <p:cNvSpPr txBox="1">
            <a:spLocks noGrp="1"/>
          </p:cNvSpPr>
          <p:nvPr>
            <p:ph type="title" idx="0"/>
          </p:nvPr>
        </p:nvSpPr>
        <p:spPr>
          <a:xfrm>
            <a:off x="1278050" y="286050"/>
            <a:ext cx="6588000" cy="6690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패키지</a:t>
            </a:r>
            <a:r>
              <a:rPr lang="en-US" altLang="ko-KR"/>
              <a:t>,</a:t>
            </a:r>
            <a:r>
              <a:rPr lang="ko-KR" altLang="en-US"/>
              <a:t> 클래스</a:t>
            </a:r>
            <a:r>
              <a:rPr lang="en-US" altLang="ko-KR"/>
              <a:t>,</a:t>
            </a:r>
            <a:r>
              <a:rPr lang="ko-KR" altLang="en-US"/>
              <a:t> 인터페이스 추가하기</a:t>
            </a:r>
            <a:endParaRPr lang="ko-KR" altLang="en-US"/>
          </a:p>
        </p:txBody>
      </p:sp>
      <p:pic>
        <p:nvPicPr>
          <p:cNvPr id="363" name="그림 36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43481" y="955050"/>
            <a:ext cx="3852811" cy="3985260"/>
          </a:xfrm>
          <a:prstGeom prst="rect">
            <a:avLst/>
          </a:prstGeom>
        </p:spPr>
      </p:pic>
      <p:pic>
        <p:nvPicPr>
          <p:cNvPr id="364" name="그림 363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460557" y="955050"/>
            <a:ext cx="4258954" cy="3985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801667"/>
      </p:ext>
    </p:extLst>
  </p:cSld>
  <p:clrMapOvr>
    <a:masterClrMapping/>
  </p:clrMapOvr>
</p:sld>
</file>

<file path=ppt/slides/slide2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8"/>
          <p:cNvSpPr txBox="1">
            <a:spLocks noGrp="1"/>
          </p:cNvSpPr>
          <p:nvPr>
            <p:ph type="title" idx="0"/>
          </p:nvPr>
        </p:nvSpPr>
        <p:spPr>
          <a:xfrm>
            <a:off x="1529460" y="131445"/>
            <a:ext cx="6588000" cy="669000"/>
          </a:xfrm>
          <a:prstGeom prst="rect">
            <a:avLst/>
          </a:prstGeom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/>
              <a:t>Spring Data JPA</a:t>
            </a:r>
            <a:r>
              <a:rPr lang="ko-KR" altLang="en-US"/>
              <a:t> 구현하기</a:t>
            </a:r>
            <a:endParaRPr lang="ko-KR" altLang="en-US"/>
          </a:p>
        </p:txBody>
      </p:sp>
      <p:sp>
        <p:nvSpPr>
          <p:cNvPr id="354" name="가로 글상자 353"/>
          <p:cNvSpPr txBox="1"/>
          <p:nvPr/>
        </p:nvSpPr>
        <p:spPr>
          <a:xfrm>
            <a:off x="304799" y="981073"/>
            <a:ext cx="8839201" cy="2421257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Member 엔티티와 MemberRepository 인터페이스를 정의하고, MemoryMemberRepository와 JdbcMemberRepository를 MemberRepository를 구현한 클래스로 생성하여 스프링의 DI를 이용</a:t>
            </a:r>
            <a:r>
              <a:rPr lang="ko-KR" altLang="en-US" sz="1700" b="1">
                <a:solidFill>
                  <a:schemeClr val="lt1"/>
                </a:solidFill>
                <a:latin typeface="맑은 고딕"/>
                <a:ea typeface="맑은 고딕"/>
              </a:rPr>
              <a:t>하여</a:t>
            </a: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 주입합니다. MemberService 클래스에서는 회원 생성, 회원 조회, 회원 삭제 등의 비즈니스 로직을 구현하고, HelloController에서는 회원 생성과 회원 조회를 위한 요청 매핑을 처리합니다.</a:t>
            </a:r>
            <a:endParaRPr lang="en-US" altLang="ko-KR" sz="1700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endParaRPr lang="en-US" altLang="ko-KR" sz="1700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이를 통해 스프링의 DI를 활용하여 구현 클래스를 변경할 수 있으며, DB를 이용한 회원관리로 손쉽게 전환할 수 있습니다. 회원을 등록하고 DB에 결과가 잘 입력되며 회원 리스트를 확인할 수 있는 애플리케이션을 구현할 수 있습니다.</a:t>
            </a:r>
            <a:endParaRPr lang="en-US" altLang="ko-KR" sz="1700" b="1">
              <a:solidFill>
                <a:schemeClr val="lt1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620450873"/>
      </p:ext>
    </p:extLst>
  </p:cSld>
  <p:clrMapOvr>
    <a:masterClrMapping/>
  </p:clrMapOvr>
</p:sld>
</file>

<file path=ppt/slides/slide2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가로 글상자 357"/>
          <p:cNvSpPr txBox="1"/>
          <p:nvPr/>
        </p:nvSpPr>
        <p:spPr>
          <a:xfrm>
            <a:off x="85725" y="955050"/>
            <a:ext cx="8793480" cy="347970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JPA</a:t>
            </a:r>
            <a:r>
              <a:rPr lang="ko-KR" altLang="en-US" sz="1700" b="1">
                <a:solidFill>
                  <a:schemeClr val="lt1"/>
                </a:solidFill>
                <a:latin typeface="맑은 고딕"/>
                <a:ea typeface="맑은 고딕"/>
              </a:rPr>
              <a:t>를 구현하면 </a:t>
            </a: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MySQL</a:t>
            </a:r>
            <a:r>
              <a:rPr lang="ko-KR" altLang="en-US" sz="1700" b="1">
                <a:solidFill>
                  <a:schemeClr val="lt1"/>
                </a:solidFill>
                <a:latin typeface="맑은 고딕"/>
                <a:ea typeface="맑은 고딕"/>
              </a:rPr>
              <a:t>에서 자료값을 </a:t>
            </a: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JPA</a:t>
            </a:r>
            <a:r>
              <a:rPr lang="ko-KR" altLang="en-US" sz="1700" b="1">
                <a:solidFill>
                  <a:schemeClr val="lt1"/>
                </a:solidFill>
                <a:latin typeface="맑은 고딕"/>
                <a:ea typeface="맑은 고딕"/>
              </a:rPr>
              <a:t>를 참고하여 </a:t>
            </a: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DB</a:t>
            </a:r>
            <a:r>
              <a:rPr lang="ko-KR" altLang="en-US" sz="1700" b="1">
                <a:solidFill>
                  <a:schemeClr val="lt1"/>
                </a:solidFill>
                <a:latin typeface="맑은 고딕"/>
                <a:ea typeface="맑은 고딕"/>
              </a:rPr>
              <a:t>를 자동으로 생성해줍니다</a:t>
            </a: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.</a:t>
            </a:r>
            <a:r>
              <a:rPr lang="ko-KR" altLang="en-US" sz="1700" b="1">
                <a:solidFill>
                  <a:schemeClr val="lt1"/>
                </a:solidFill>
                <a:latin typeface="맑은 고딕"/>
                <a:ea typeface="맑은 고딕"/>
              </a:rPr>
              <a:t> </a:t>
            </a:r>
            <a:endParaRPr lang="ko-KR" altLang="en-US" sz="1700" b="1">
              <a:solidFill>
                <a:schemeClr val="lt1"/>
              </a:solidFill>
              <a:latin typeface="맑은 고딕"/>
              <a:ea typeface="맑은 고딕"/>
            </a:endParaRPr>
          </a:p>
        </p:txBody>
      </p:sp>
      <p:sp>
        <p:nvSpPr>
          <p:cNvPr id="362" name="Google Shape;340;p28"/>
          <p:cNvSpPr txBox="1">
            <a:spLocks noGrp="1"/>
          </p:cNvSpPr>
          <p:nvPr>
            <p:ph type="title" idx="0"/>
          </p:nvPr>
        </p:nvSpPr>
        <p:spPr>
          <a:xfrm>
            <a:off x="1529460" y="131445"/>
            <a:ext cx="6588000" cy="669000"/>
          </a:xfrm>
          <a:prstGeom prst="rect">
            <a:avLst/>
          </a:prstGeom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/>
              <a:t>Spring Data JPA</a:t>
            </a:r>
            <a:r>
              <a:rPr lang="ko-KR" altLang="en-US"/>
              <a:t> 구현하기</a:t>
            </a:r>
            <a:endParaRPr lang="ko-KR" altLang="en-US"/>
          </a:p>
        </p:txBody>
      </p:sp>
      <p:sp>
        <p:nvSpPr>
          <p:cNvPr id="363" name="가로 글상자 362"/>
          <p:cNvSpPr txBox="1"/>
          <p:nvPr/>
        </p:nvSpPr>
        <p:spPr>
          <a:xfrm>
            <a:off x="335279" y="1539239"/>
            <a:ext cx="8473440" cy="18973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@Mapper</a:t>
            </a:r>
            <a:r>
              <a:rPr lang="ko-KR" altLang="en-US" sz="1700" b="1">
                <a:solidFill>
                  <a:schemeClr val="lt1"/>
                </a:solidFill>
                <a:latin typeface="맑은 고딕"/>
                <a:ea typeface="맑은 고딕"/>
              </a:rPr>
              <a:t>라는 어노테이션으로 맵을 구성합니다</a:t>
            </a: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.</a:t>
            </a:r>
            <a:endParaRPr lang="en-US" altLang="ko-KR" sz="1700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 algn="ctr">
              <a:defRPr/>
            </a:pP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@Select,</a:t>
            </a:r>
            <a:r>
              <a:rPr lang="ko-KR" altLang="en-US" sz="1700" b="1">
                <a:solidFill>
                  <a:schemeClr val="lt1"/>
                </a:solidFill>
                <a:latin typeface="맑은 고딕"/>
                <a:ea typeface="맑은 고딕"/>
              </a:rPr>
              <a:t> </a:t>
            </a: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@Update,</a:t>
            </a:r>
            <a:r>
              <a:rPr lang="ko-KR" altLang="en-US" sz="1700" b="1">
                <a:solidFill>
                  <a:schemeClr val="lt1"/>
                </a:solidFill>
                <a:latin typeface="맑은 고딕"/>
                <a:ea typeface="맑은 고딕"/>
              </a:rPr>
              <a:t> </a:t>
            </a: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@Delete</a:t>
            </a:r>
            <a:r>
              <a:rPr lang="ko-KR" altLang="en-US" sz="1700" b="1">
                <a:solidFill>
                  <a:schemeClr val="lt1"/>
                </a:solidFill>
                <a:latin typeface="맑은 고딕"/>
                <a:ea typeface="맑은 고딕"/>
              </a:rPr>
              <a:t> 어노테이션을 활용하여 </a:t>
            </a: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SQL</a:t>
            </a:r>
            <a:r>
              <a:rPr lang="ko-KR" altLang="en-US" sz="1700" b="1">
                <a:solidFill>
                  <a:schemeClr val="lt1"/>
                </a:solidFill>
                <a:latin typeface="맑은 고딕"/>
                <a:ea typeface="맑은 고딕"/>
              </a:rPr>
              <a:t>문을 구현합니다</a:t>
            </a: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.</a:t>
            </a:r>
            <a:endParaRPr lang="en-US" altLang="ko-KR" sz="1700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 algn="ctr">
              <a:defRPr/>
            </a:pPr>
            <a:endParaRPr lang="en-US" altLang="ko-KR" sz="1700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 algn="ctr">
              <a:defRPr/>
            </a:pP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@Insert("insert into ...(...) values(#{...}, #{...},#{content})")</a:t>
            </a:r>
            <a:endParaRPr lang="en-US" altLang="ko-KR" sz="1700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 algn="ctr">
              <a:defRPr/>
            </a:pP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@Update("update ... set ...=#{...}, content=#{...}, regdate=now() where ...=#{...}")</a:t>
            </a:r>
            <a:endParaRPr lang="en-US" altLang="ko-KR" sz="1700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 algn="ctr">
              <a:defRPr/>
            </a:pP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@Delete("delete from ... where ... =#{...}")</a:t>
            </a:r>
            <a:endParaRPr lang="en-US" altLang="ko-KR" sz="1700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 algn="ctr">
              <a:defRPr/>
            </a:pPr>
            <a:r>
              <a:rPr lang="ko-KR" altLang="en-US" sz="1700" b="1">
                <a:solidFill>
                  <a:schemeClr val="lt1"/>
                </a:solidFill>
                <a:latin typeface="맑은 고딕"/>
                <a:ea typeface="맑은 고딕"/>
              </a:rPr>
              <a:t>등과 같이 구현 하여 주면 </a:t>
            </a: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JPA</a:t>
            </a:r>
            <a:r>
              <a:rPr lang="ko-KR" altLang="en-US" sz="1700" b="1">
                <a:solidFill>
                  <a:schemeClr val="lt1"/>
                </a:solidFill>
                <a:latin typeface="맑은 고딕"/>
                <a:ea typeface="맑은 고딕"/>
              </a:rPr>
              <a:t> 스프링 데이터 활용하여 구현하는 것이 완성이 됩니다</a:t>
            </a: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.</a:t>
            </a:r>
            <a:endParaRPr lang="en-US" altLang="ko-KR" sz="1700" b="1">
              <a:solidFill>
                <a:schemeClr val="lt1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587783998"/>
      </p:ext>
    </p:extLst>
  </p:cSld>
  <p:clrMapOvr>
    <a:masterClrMapping/>
  </p:clrMapOvr>
</p:sld>
</file>

<file path=ppt/slides/slide2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8"/>
          <p:cNvSpPr txBox="1">
            <a:spLocks noGrp="1"/>
          </p:cNvSpPr>
          <p:nvPr>
            <p:ph type="title" idx="0"/>
          </p:nvPr>
        </p:nvSpPr>
        <p:spPr>
          <a:xfrm>
            <a:off x="1278000" y="118410"/>
            <a:ext cx="6588000" cy="6690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컨트롤러 구성</a:t>
            </a:r>
            <a:r>
              <a:rPr lang="en-US" altLang="ko-KR"/>
              <a:t>(HomeController)</a:t>
            </a:r>
            <a:endParaRPr lang="en-US" altLang="ko-KR"/>
          </a:p>
        </p:txBody>
      </p:sp>
      <p:sp>
        <p:nvSpPr>
          <p:cNvPr id="356" name="가로 글상자 355"/>
          <p:cNvSpPr txBox="1"/>
          <p:nvPr/>
        </p:nvSpPr>
        <p:spPr>
          <a:xfrm>
            <a:off x="99059" y="735974"/>
            <a:ext cx="8923021" cy="3976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1.</a:t>
            </a:r>
            <a:r>
              <a:rPr lang="ko-KR" altLang="en-US" sz="1700" b="1">
                <a:solidFill>
                  <a:schemeClr val="lt1"/>
                </a:solidFill>
                <a:latin typeface="맑은 고딕"/>
                <a:ea typeface="맑은 고딕"/>
              </a:rPr>
              <a:t> </a:t>
            </a: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@Controller</a:t>
            </a:r>
            <a:r>
              <a:rPr lang="ko-KR" altLang="en-US" sz="1700" b="1">
                <a:solidFill>
                  <a:schemeClr val="lt1"/>
                </a:solidFill>
                <a:latin typeface="맑은 고딕"/>
                <a:ea typeface="맑은 고딕"/>
              </a:rPr>
              <a:t>를 사용하여 </a:t>
            </a: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Controller</a:t>
            </a:r>
            <a:r>
              <a:rPr lang="ko-KR" altLang="en-US" sz="1700" b="1">
                <a:solidFill>
                  <a:schemeClr val="lt1"/>
                </a:solidFill>
                <a:latin typeface="맑은 고딕"/>
                <a:ea typeface="맑은 고딕"/>
              </a:rPr>
              <a:t>임을 지정합니다</a:t>
            </a: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.(@Controller</a:t>
            </a:r>
            <a:r>
              <a:rPr lang="ko-KR" altLang="en-US" sz="1700" b="1">
                <a:solidFill>
                  <a:schemeClr val="lt1"/>
                </a:solidFill>
                <a:latin typeface="맑은 고딕"/>
                <a:ea typeface="맑은 고딕"/>
              </a:rPr>
              <a:t>를 사용할 시에 </a:t>
            </a: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root-context.xml</a:t>
            </a:r>
            <a:r>
              <a:rPr lang="ko-KR" altLang="en-US" sz="1700" b="1">
                <a:solidFill>
                  <a:schemeClr val="lt1"/>
                </a:solidFill>
                <a:latin typeface="맑은 고딕"/>
                <a:ea typeface="맑은 고딕"/>
              </a:rPr>
              <a:t>의 </a:t>
            </a: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Component Scan</a:t>
            </a:r>
            <a:r>
              <a:rPr lang="ko-KR" altLang="en-US" sz="1700" b="1">
                <a:solidFill>
                  <a:schemeClr val="lt1"/>
                </a:solidFill>
                <a:latin typeface="맑은 고딕"/>
                <a:ea typeface="맑은 고딕"/>
              </a:rPr>
              <a:t>으로 검색하여 </a:t>
            </a: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Controller</a:t>
            </a:r>
            <a:r>
              <a:rPr lang="ko-KR" altLang="en-US" sz="1700" b="1">
                <a:solidFill>
                  <a:schemeClr val="lt1"/>
                </a:solidFill>
                <a:latin typeface="맑은 고딕"/>
                <a:ea typeface="맑은 고딕"/>
              </a:rPr>
              <a:t>로 인식합니다</a:t>
            </a: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.</a:t>
            </a:r>
            <a:endParaRPr lang="en-US" altLang="ko-KR" sz="1700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endParaRPr lang="en-US" altLang="ko-KR" sz="1700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2.@Autowired</a:t>
            </a:r>
            <a:r>
              <a:rPr lang="ko-KR" altLang="en-US" sz="1700" b="1">
                <a:solidFill>
                  <a:schemeClr val="lt1"/>
                </a:solidFill>
                <a:latin typeface="맑은 고딕"/>
                <a:ea typeface="맑은 고딕"/>
              </a:rPr>
              <a:t>를 사용하여 </a:t>
            </a: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Service </a:t>
            </a:r>
            <a:r>
              <a:rPr lang="ko-KR" altLang="en-US" sz="1700" b="1">
                <a:solidFill>
                  <a:schemeClr val="lt1"/>
                </a:solidFill>
                <a:latin typeface="맑은 고딕"/>
                <a:ea typeface="맑은 고딕"/>
              </a:rPr>
              <a:t>또는 </a:t>
            </a: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Repository</a:t>
            </a:r>
            <a:r>
              <a:rPr lang="ko-KR" altLang="en-US" sz="1700" b="1">
                <a:solidFill>
                  <a:schemeClr val="lt1"/>
                </a:solidFill>
                <a:latin typeface="맑은 고딕"/>
                <a:ea typeface="맑은 고딕"/>
              </a:rPr>
              <a:t>를 불러서 사용합니다</a:t>
            </a: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.</a:t>
            </a:r>
            <a:endParaRPr lang="en-US" altLang="ko-KR" sz="1700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endParaRPr lang="en-US" altLang="ko-KR" sz="1700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3.@GetMapping</a:t>
            </a:r>
            <a:r>
              <a:rPr lang="ko-KR" altLang="en-US" sz="1700" b="1">
                <a:solidFill>
                  <a:schemeClr val="lt1"/>
                </a:solidFill>
                <a:latin typeface="맑은 고딕"/>
                <a:ea typeface="맑은 고딕"/>
              </a:rPr>
              <a:t>과 </a:t>
            </a: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@PostMapping</a:t>
            </a:r>
            <a:r>
              <a:rPr lang="ko-KR" altLang="en-US" sz="1700" b="1">
                <a:solidFill>
                  <a:schemeClr val="lt1"/>
                </a:solidFill>
                <a:latin typeface="맑은 고딕"/>
                <a:ea typeface="맑은 고딕"/>
              </a:rPr>
              <a:t>을 사용하여 페이지를 불러들입니다</a:t>
            </a: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.</a:t>
            </a:r>
            <a:endParaRPr lang="en-US" altLang="ko-KR" sz="1700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endParaRPr lang="en-US" altLang="ko-KR" sz="1700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4.</a:t>
            </a:r>
            <a:r>
              <a:rPr lang="ko-KR" altLang="en-US" sz="1700" b="1">
                <a:solidFill>
                  <a:schemeClr val="lt1"/>
                </a:solidFill>
                <a:latin typeface="맑은 고딕"/>
                <a:ea typeface="맑은 고딕"/>
              </a:rPr>
              <a:t> </a:t>
            </a: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view/{num}</a:t>
            </a:r>
            <a:r>
              <a:rPr lang="ko-KR" altLang="en-US" sz="1700" b="1">
                <a:solidFill>
                  <a:schemeClr val="lt1"/>
                </a:solidFill>
                <a:latin typeface="맑은 고딕"/>
                <a:ea typeface="맑은 고딕"/>
              </a:rPr>
              <a:t> 등과 같이 </a:t>
            </a: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RESTful API</a:t>
            </a:r>
            <a:r>
              <a:rPr lang="ko-KR" altLang="en-US" sz="1700" b="1">
                <a:solidFill>
                  <a:schemeClr val="lt1"/>
                </a:solidFill>
                <a:latin typeface="맑은 고딕"/>
                <a:ea typeface="맑은 고딕"/>
              </a:rPr>
              <a:t>를 활용할 페이지는 이와 같은 형태로 나타냅니다</a:t>
            </a: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.</a:t>
            </a:r>
            <a:endParaRPr lang="en-US" altLang="ko-KR" sz="1700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endParaRPr lang="en-US" altLang="ko-KR" sz="1700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5.@DeleteMapping</a:t>
            </a:r>
            <a:r>
              <a:rPr lang="ko-KR" altLang="en-US" sz="1700" b="1">
                <a:solidFill>
                  <a:schemeClr val="lt1"/>
                </a:solidFill>
                <a:latin typeface="맑은 고딕"/>
                <a:ea typeface="맑은 고딕"/>
              </a:rPr>
              <a:t>을 이용하여 삭제할 부분은 삭제부분을 구현합니다</a:t>
            </a: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.</a:t>
            </a:r>
            <a:endParaRPr lang="en-US" altLang="ko-KR" sz="1700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endParaRPr lang="en-US" altLang="ko-KR" sz="1700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6.@PutMapping</a:t>
            </a:r>
            <a:r>
              <a:rPr lang="ko-KR" altLang="en-US" sz="1700" b="1">
                <a:solidFill>
                  <a:schemeClr val="lt1"/>
                </a:solidFill>
                <a:latin typeface="맑은 고딕"/>
                <a:ea typeface="맑은 고딕"/>
              </a:rPr>
              <a:t>을 사용하여 수정</a:t>
            </a: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(</a:t>
            </a:r>
            <a:r>
              <a:rPr lang="ko-KR" altLang="en-US" sz="1700" b="1">
                <a:solidFill>
                  <a:schemeClr val="lt1"/>
                </a:solidFill>
                <a:latin typeface="맑은 고딕"/>
                <a:ea typeface="맑은 고딕"/>
              </a:rPr>
              <a:t>업데이트</a:t>
            </a: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)</a:t>
            </a:r>
            <a:r>
              <a:rPr lang="ko-KR" altLang="en-US" sz="1700" b="1">
                <a:solidFill>
                  <a:schemeClr val="lt1"/>
                </a:solidFill>
                <a:latin typeface="맑은 고딕"/>
                <a:ea typeface="맑은 고딕"/>
              </a:rPr>
              <a:t>를 구현 합니다</a:t>
            </a: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.</a:t>
            </a:r>
            <a:endParaRPr lang="en-US" altLang="ko-KR" sz="1700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endParaRPr lang="en-US" altLang="ko-KR" sz="1700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7.@PathVariable</a:t>
            </a:r>
            <a:r>
              <a:rPr lang="ko-KR" altLang="en-US" sz="1700" b="1">
                <a:solidFill>
                  <a:schemeClr val="lt1"/>
                </a:solidFill>
                <a:latin typeface="맑은 고딕"/>
                <a:ea typeface="맑은 고딕"/>
              </a:rPr>
              <a:t>를 이용하여 </a:t>
            </a: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RESTful API</a:t>
            </a:r>
            <a:r>
              <a:rPr lang="ko-KR" altLang="en-US" sz="1700" b="1">
                <a:solidFill>
                  <a:schemeClr val="lt1"/>
                </a:solidFill>
                <a:latin typeface="맑은 고딕"/>
                <a:ea typeface="맑은 고딕"/>
              </a:rPr>
              <a:t>의</a:t>
            </a: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 경로 변수를 활용하여 동적인 요청 처리</a:t>
            </a:r>
            <a:r>
              <a:rPr lang="ko-KR" altLang="en-US" sz="1700" b="1">
                <a:solidFill>
                  <a:schemeClr val="lt1"/>
                </a:solidFill>
                <a:latin typeface="맑은 고딕"/>
                <a:ea typeface="맑은 고딕"/>
              </a:rPr>
              <a:t>를 합니다</a:t>
            </a: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.</a:t>
            </a:r>
            <a:endParaRPr lang="en-US" altLang="ko-KR" sz="1700" b="1">
              <a:solidFill>
                <a:schemeClr val="lt1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321280837"/>
      </p:ext>
    </p:extLst>
  </p:cSld>
  <p:clrMapOvr>
    <a:masterClrMapping/>
  </p:clrMapOvr>
</p:sld>
</file>

<file path=ppt/slides/slide2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8"/>
          <p:cNvSpPr txBox="1">
            <a:spLocks noGrp="1"/>
          </p:cNvSpPr>
          <p:nvPr>
            <p:ph type="title" idx="0"/>
          </p:nvPr>
        </p:nvSpPr>
        <p:spPr>
          <a:xfrm>
            <a:off x="1278050" y="143175"/>
            <a:ext cx="6588000" cy="6690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컨트롤러 구성</a:t>
            </a:r>
            <a:r>
              <a:rPr lang="en-US" altLang="ko-KR"/>
              <a:t>(MemberController)</a:t>
            </a:r>
            <a:endParaRPr lang="en-US" altLang="ko-KR"/>
          </a:p>
        </p:txBody>
      </p:sp>
      <p:sp>
        <p:nvSpPr>
          <p:cNvPr id="356" name="가로 글상자 355"/>
          <p:cNvSpPr txBox="1"/>
          <p:nvPr/>
        </p:nvSpPr>
        <p:spPr>
          <a:xfrm>
            <a:off x="222883" y="1187805"/>
            <a:ext cx="8854442" cy="31959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1.@RequestMapping("/member/*")</a:t>
            </a:r>
            <a:r>
              <a:rPr lang="ko-KR" altLang="en-US" sz="1700" b="1">
                <a:solidFill>
                  <a:schemeClr val="lt1"/>
                </a:solidFill>
                <a:latin typeface="맑은 고딕"/>
                <a:ea typeface="맑은 고딕"/>
              </a:rPr>
              <a:t>를 지정하여 </a:t>
            </a: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member</a:t>
            </a:r>
            <a:r>
              <a:rPr lang="ko-KR" altLang="en-US" sz="1700" b="1">
                <a:solidFill>
                  <a:schemeClr val="lt1"/>
                </a:solidFill>
                <a:latin typeface="맑은 고딕"/>
                <a:ea typeface="맑은 고딕"/>
              </a:rPr>
              <a:t>에 대한 것들을 컨트롤러로 불러 올 수 있도록 지정합니다</a:t>
            </a: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.</a:t>
            </a:r>
            <a:endParaRPr lang="en-US" altLang="ko-KR" sz="1700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endParaRPr lang="en-US" altLang="ko-KR" sz="1700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2.@Autowired</a:t>
            </a:r>
            <a:r>
              <a:rPr lang="ko-KR" altLang="en-US" sz="1700" b="1">
                <a:solidFill>
                  <a:schemeClr val="lt1"/>
                </a:solidFill>
                <a:latin typeface="맑은 고딕"/>
                <a:ea typeface="맑은 고딕"/>
              </a:rPr>
              <a:t>를 사용하여 </a:t>
            </a: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Service </a:t>
            </a:r>
            <a:r>
              <a:rPr lang="ko-KR" altLang="en-US" sz="1700" b="1">
                <a:solidFill>
                  <a:schemeClr val="lt1"/>
                </a:solidFill>
                <a:latin typeface="맑은 고딕"/>
                <a:ea typeface="맑은 고딕"/>
              </a:rPr>
              <a:t>또는 </a:t>
            </a: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Repository</a:t>
            </a:r>
            <a:r>
              <a:rPr lang="ko-KR" altLang="en-US" sz="1700" b="1">
                <a:solidFill>
                  <a:schemeClr val="lt1"/>
                </a:solidFill>
                <a:latin typeface="맑은 고딕"/>
                <a:ea typeface="맑은 고딕"/>
              </a:rPr>
              <a:t>를 불러서 사용합니다</a:t>
            </a: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.</a:t>
            </a:r>
            <a:endParaRPr lang="en-US" altLang="ko-KR" sz="1700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endParaRPr lang="en-US" altLang="ko-KR" sz="1700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3.@GetMapping</a:t>
            </a:r>
            <a:r>
              <a:rPr lang="ko-KR" altLang="en-US" sz="1700" b="1">
                <a:solidFill>
                  <a:schemeClr val="lt1"/>
                </a:solidFill>
                <a:latin typeface="맑은 고딕"/>
                <a:ea typeface="맑은 고딕"/>
              </a:rPr>
              <a:t>과 </a:t>
            </a: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@PostMapping</a:t>
            </a:r>
            <a:r>
              <a:rPr lang="ko-KR" altLang="en-US" sz="1700" b="1">
                <a:solidFill>
                  <a:schemeClr val="lt1"/>
                </a:solidFill>
                <a:latin typeface="맑은 고딕"/>
                <a:ea typeface="맑은 고딕"/>
              </a:rPr>
              <a:t>을 사용하여 페이지를 불러들입니다</a:t>
            </a: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.</a:t>
            </a:r>
            <a:endParaRPr lang="en-US" altLang="ko-KR" sz="1700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endParaRPr lang="en-US" altLang="ko-KR" sz="1700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4.@PutMapping</a:t>
            </a:r>
            <a:r>
              <a:rPr lang="ko-KR" altLang="en-US" sz="1700" b="1">
                <a:solidFill>
                  <a:schemeClr val="lt1"/>
                </a:solidFill>
                <a:latin typeface="맑은 고딕"/>
                <a:ea typeface="맑은 고딕"/>
              </a:rPr>
              <a:t>을 사용하여 수정</a:t>
            </a: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(</a:t>
            </a:r>
            <a:r>
              <a:rPr lang="ko-KR" altLang="en-US" sz="1700" b="1">
                <a:solidFill>
                  <a:schemeClr val="lt1"/>
                </a:solidFill>
                <a:latin typeface="맑은 고딕"/>
                <a:ea typeface="맑은 고딕"/>
              </a:rPr>
              <a:t>업데이트</a:t>
            </a: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)</a:t>
            </a:r>
            <a:r>
              <a:rPr lang="ko-KR" altLang="en-US" sz="1700" b="1">
                <a:solidFill>
                  <a:schemeClr val="lt1"/>
                </a:solidFill>
                <a:latin typeface="맑은 고딕"/>
                <a:ea typeface="맑은 고딕"/>
              </a:rPr>
              <a:t>를 구현 합니다</a:t>
            </a: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.</a:t>
            </a:r>
            <a:endParaRPr lang="en-US" altLang="ko-KR" sz="1700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endParaRPr lang="en-US" altLang="ko-KR" sz="1700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5.@RequestBody</a:t>
            </a:r>
            <a:r>
              <a:rPr lang="ko-KR" altLang="en-US" sz="1700" b="1">
                <a:solidFill>
                  <a:schemeClr val="lt1"/>
                </a:solidFill>
                <a:latin typeface="맑은 고딕"/>
                <a:ea typeface="맑은 고딕"/>
              </a:rPr>
              <a:t>를 이용하여 자바 객체로 변환할 수 있도록 사용합니다. 컨트롤러의 메서드 매개변수에 적용되어 해당 매개변수가 요청의 본문 데이터를 바인딩하도록 지정할 수 있도록 만듭니다.</a:t>
            </a:r>
            <a:endParaRPr lang="ko-KR" altLang="en-US" sz="1700" b="1">
              <a:solidFill>
                <a:schemeClr val="lt1"/>
              </a:solidFill>
              <a:latin typeface="맑은 고딕"/>
              <a:ea typeface="맑은 고딕"/>
            </a:endParaRPr>
          </a:p>
        </p:txBody>
      </p:sp>
      <p:sp>
        <p:nvSpPr>
          <p:cNvPr id="357" name="Google Shape;340;p28"/>
          <p:cNvSpPr txBox="1">
            <a:spLocks noGrp="1"/>
          </p:cNvSpPr>
          <p:nvPr/>
        </p:nvSpPr>
        <p:spPr>
          <a:xfrm>
            <a:off x="1278000" y="604529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Overpass Mono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1" i="0" u="none" strike="noStrike" kern="0" cap="none" spc="0" normalizeH="0" baseline="0" mc:Ignorable="hp" hp:hslEmbossed="0">
                <a:solidFill>
                  <a:schemeClr val="dk2"/>
                </a:solidFill>
                <a:latin typeface="Overpass Mono"/>
                <a:ea typeface="Overpass Mono"/>
                <a:cs typeface="Overpass Mono"/>
                <a:sym typeface="Overpass Mono"/>
              </a:rPr>
              <a:t>Spring Data JPA</a:t>
            </a:r>
            <a:r>
              <a:rPr xmlns:mc="http://schemas.openxmlformats.org/markup-compatibility/2006" xmlns:hp="http://schemas.haansoft.com/office/presentation/8.0" kumimoji="0" lang="ko-KR" altLang="en-US" sz="3000" b="1" i="0" u="none" strike="noStrike" kern="0" cap="none" spc="0" normalizeH="0" baseline="0" mc:Ignorable="hp" hp:hslEmbossed="0">
                <a:solidFill>
                  <a:schemeClr val="dk2"/>
                </a:solidFill>
                <a:latin typeface="Overpass Mono"/>
                <a:ea typeface="Overpass Mono"/>
                <a:cs typeface="Overpass Mono"/>
                <a:sym typeface="Overpass Mono"/>
              </a:rPr>
              <a:t> 구현하기</a:t>
            </a:r>
            <a:endParaRPr xmlns:mc="http://schemas.openxmlformats.org/markup-compatibility/2006" xmlns:hp="http://schemas.haansoft.com/office/presentation/8.0" kumimoji="0" lang="ko-KR" altLang="en-US" sz="3000" b="1" i="0" u="none" strike="noStrike" kern="0" cap="none" spc="0" normalizeH="0" baseline="0" mc:Ignorable="hp" hp:hslEmbossed="0">
              <a:solidFill>
                <a:schemeClr val="dk2"/>
              </a:solidFill>
              <a:latin typeface="Overpass Mono"/>
              <a:ea typeface="Overpass Mono"/>
              <a:cs typeface="Overpass Mono"/>
              <a:sym typeface="Overpass Mono"/>
            </a:endParaRPr>
          </a:p>
        </p:txBody>
      </p:sp>
      <p:sp>
        <p:nvSpPr>
          <p:cNvPr id="358" name="가로 글상자 357"/>
          <p:cNvSpPr txBox="1"/>
          <p:nvPr/>
        </p:nvSpPr>
        <p:spPr>
          <a:xfrm>
            <a:off x="241934" y="4138303"/>
            <a:ext cx="8671561" cy="8718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endParaRPr lang="ko-KR" altLang="en-US" sz="1700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ORM</a:t>
            </a:r>
            <a:r>
              <a:rPr lang="ko-KR" altLang="en-US" sz="1700" b="1">
                <a:solidFill>
                  <a:schemeClr val="lt1"/>
                </a:solidFill>
                <a:latin typeface="맑은 고딕"/>
                <a:ea typeface="맑은 고딕"/>
              </a:rPr>
              <a:t>과 영속성</a:t>
            </a: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,</a:t>
            </a:r>
            <a:r>
              <a:rPr lang="ko-KR" altLang="en-US" sz="1700" b="1">
                <a:solidFill>
                  <a:schemeClr val="lt1"/>
                </a:solidFill>
                <a:latin typeface="맑은 고딕"/>
                <a:ea typeface="맑은 고딕"/>
              </a:rPr>
              <a:t> </a:t>
            </a: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Dirty Checking, Entity </a:t>
            </a:r>
            <a:r>
              <a:rPr lang="ko-KR" altLang="en-US" sz="1700" b="1">
                <a:solidFill>
                  <a:schemeClr val="lt1"/>
                </a:solidFill>
                <a:latin typeface="맑은 고딕"/>
                <a:ea typeface="맑은 고딕"/>
              </a:rPr>
              <a:t>속성 정의</a:t>
            </a: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(mappedBy)</a:t>
            </a:r>
            <a:r>
              <a:rPr lang="ko-KR" altLang="en-US" sz="1700" b="1">
                <a:solidFill>
                  <a:schemeClr val="lt1"/>
                </a:solidFill>
                <a:latin typeface="맑은 고딕"/>
                <a:ea typeface="맑은 고딕"/>
              </a:rPr>
              <a:t> 등을 구현하고 나머지 필요한 것들을 추가하여 </a:t>
            </a: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JPA </a:t>
            </a:r>
            <a:r>
              <a:rPr lang="ko-KR" altLang="en-US" sz="1700" b="1">
                <a:solidFill>
                  <a:schemeClr val="lt1"/>
                </a:solidFill>
                <a:latin typeface="맑은 고딕"/>
                <a:ea typeface="맑은 고딕"/>
              </a:rPr>
              <a:t>스프링 데이터를 구현합니다</a:t>
            </a:r>
            <a:r>
              <a:rPr lang="en-US" altLang="ko-KR" sz="1700" b="1">
                <a:solidFill>
                  <a:schemeClr val="lt1"/>
                </a:solidFill>
                <a:latin typeface="맑은 고딕"/>
                <a:ea typeface="맑은 고딕"/>
              </a:rPr>
              <a:t>.</a:t>
            </a:r>
            <a:endParaRPr lang="en-US" altLang="ko-KR" sz="1700" b="1">
              <a:solidFill>
                <a:schemeClr val="lt1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353389010"/>
      </p:ext>
    </p:extLst>
  </p:cSld>
  <p:clrMapOvr>
    <a:masterClrMapping/>
  </p:clrMapOvr>
</p:sld>
</file>

<file path=ppt/slides/slide2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blipFill rotWithShape="1">
          <a:blip r:embed="rId3">
            <a:alphaModFix/>
          </a:blip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44"/>
          <p:cNvSpPr txBox="1">
            <a:spLocks noGrp="1"/>
          </p:cNvSpPr>
          <p:nvPr>
            <p:ph type="title" idx="0"/>
          </p:nvPr>
        </p:nvSpPr>
        <p:spPr>
          <a:xfrm>
            <a:off x="3762375" y="1012300"/>
            <a:ext cx="5381625" cy="1940100"/>
          </a:xfrm>
          <a:prstGeom prst="rect">
            <a:avLst/>
          </a:prstGeom>
        </p:spPr>
        <p:txBody>
          <a:bodyPr wrap="square" lIns="91424" tIns="0" rIns="91424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br>
              <a:rPr lang="ko-KR" altLang="en-US" b="1"/>
            </a:br>
            <a:r>
              <a:rPr lang="ko-KR" altLang="en-US" b="1"/>
              <a:t>감사합니다</a:t>
            </a:r>
            <a:r>
              <a:rPr lang="en-US" altLang="ko-KR" b="1"/>
              <a:t>.</a:t>
            </a:r>
            <a:br>
              <a:rPr lang="ko-KR" altLang="en-US" b="1"/>
            </a:br>
            <a:br>
              <a:rPr lang="ko-KR" altLang="en-US" b="1"/>
            </a:br>
            <a:r>
              <a:rPr lang="en-US" altLang="ko-KR" sz="1700" b="1"/>
              <a:t>SpringBoot</a:t>
            </a:r>
            <a:r>
              <a:rPr lang="ko-KR" altLang="en-US" sz="1700" b="1"/>
              <a:t>를 활용한 웹 구현</a:t>
            </a:r>
            <a:endParaRPr lang="ko-KR" altLang="en-US" sz="1700" b="1"/>
          </a:p>
        </p:txBody>
      </p:sp>
      <p:sp>
        <p:nvSpPr>
          <p:cNvPr id="679" name="가로 글상자 678"/>
          <p:cNvSpPr txBox="1"/>
          <p:nvPr/>
        </p:nvSpPr>
        <p:spPr>
          <a:xfrm>
            <a:off x="7509510" y="4499610"/>
            <a:ext cx="1436371" cy="491490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ko-KR" altLang="en-US" sz="2600">
                <a:solidFill>
                  <a:srgbClr val="ffffff"/>
                </a:solidFill>
                <a:latin typeface="HY헤드라인M"/>
                <a:ea typeface="HY헤드라인M"/>
              </a:rPr>
              <a:t>설 성 칠</a:t>
            </a:r>
            <a:endParaRPr lang="ko-KR" altLang="en-US" sz="2600">
              <a:solidFill>
                <a:srgbClr val="ffffff"/>
              </a:solidFill>
              <a:latin typeface="HY헤드라인M"/>
              <a:ea typeface="HY헤드라인M"/>
            </a:endParaRPr>
          </a:p>
        </p:txBody>
      </p:sp>
    </p:spTree>
    <p:extLst>
      <p:ext uri="{BB962C8B-B14F-4D97-AF65-F5344CB8AC3E}">
        <p14:creationId xmlns:p14="http://schemas.microsoft.com/office/powerpoint/2010/main" val="2102412902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Programming Lesson by Slidesgo">
  <a:themeElements>
    <a:clrScheme name="Simple Light">
      <a:dk1>
        <a:srgbClr val="1b1464"/>
      </a:dk1>
      <a:lt1>
        <a:srgbClr val="ffffff"/>
      </a:lt1>
      <a:dk2>
        <a:srgbClr val="00ffc5"/>
      </a:dk2>
      <a:lt2>
        <a:srgbClr val="ec008c"/>
      </a:lt2>
      <a:accent1>
        <a:srgbClr val="1b1464"/>
      </a:accent1>
      <a:accent2>
        <a:srgbClr val="00ffc5"/>
      </a:accent2>
      <a:accent3>
        <a:srgbClr val="ec008c"/>
      </a:accent3>
      <a:accent4>
        <a:srgbClr val="1b1464"/>
      </a:accent4>
      <a:accent5>
        <a:srgbClr val="00ffc5"/>
      </a:accent5>
      <a:accent6>
        <a:srgbClr val="ec008c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620</ep:Words>
  <ep:PresentationFormat/>
  <ep:Paragraphs>146</ep:Paragraphs>
  <ep:Slides>29</ep:Slides>
  <ep:Notes>29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ep:HeadingPairs>
  <ep:TitlesOfParts>
    <vt:vector size="30" baseType="lpstr">
      <vt:lpstr>Programming Lesson by Slidesgo</vt:lpstr>
      <vt:lpstr>SPRING BOOT</vt:lpstr>
      <vt:lpstr>SPRING BOOT PROJECT 생성 / 환경설정 (https://start.spring.io/ 활용 혹은 Starter Project로 생성)</vt:lpstr>
      <vt:lpstr>SPRING initializer를 활용한 프로젝트 구현</vt:lpstr>
      <vt:lpstr>SPRING initializer를 활용한 프로젝트 구현</vt:lpstr>
      <vt:lpstr>SPRING Starter Project로 프로젝트 구현</vt:lpstr>
      <vt:lpstr>SPRING Starter Project로 프로젝트 구현</vt:lpstr>
      <vt:lpstr>SPRING Starter Project로 프로젝트 구현</vt:lpstr>
      <vt:lpstr>application.properties에서 환경설정하기</vt:lpstr>
      <vt:lpstr>매핑 클래스 및 환경 구현</vt:lpstr>
      <vt:lpstr>매핑 클래스 작성</vt:lpstr>
      <vt:lpstr>매핑 클래스 작성</vt:lpstr>
      <vt:lpstr>매핑 클래스 작성</vt:lpstr>
      <vt:lpstr>매핑 클래스 작성</vt:lpstr>
      <vt:lpstr>매핑 클래스 작성</vt:lpstr>
      <vt:lpstr>매핑 클래스 작성</vt:lpstr>
      <vt:lpstr>스프링 데이터 JPA 구현</vt:lpstr>
      <vt:lpstr>JPA 구현하기</vt:lpstr>
      <vt:lpstr>슬라이드 18</vt:lpstr>
      <vt:lpstr>JPA 구현하기 패키지, 클래스, 인터페이스 추가</vt:lpstr>
      <vt:lpstr>패키지, 클래스, 인터페이스 추가하기</vt:lpstr>
      <vt:lpstr>패키지, 클래스, 인터페이스 추가하기</vt:lpstr>
      <vt:lpstr>패키지, 클래스, 인터페이스 추가하기</vt:lpstr>
      <vt:lpstr>패키지, 클래스, 인터페이스 추가하기</vt:lpstr>
      <vt:lpstr>패키지, 클래스, 인터페이스 추가하기</vt:lpstr>
      <vt:lpstr>Spring Data JPA 구현하기</vt:lpstr>
      <vt:lpstr>Spring Data JPA 구현하기</vt:lpstr>
      <vt:lpstr>컨트롤러 구성(HomeController)</vt:lpstr>
      <vt:lpstr>컨트롤러 구성(MemberController)</vt:lpstr>
      <vt:lpstr>감사합니다.  SpringBoot를 활용한 웹 구현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admin</cp:lastModifiedBy>
  <dcterms:modified xsi:type="dcterms:W3CDTF">2023-10-05T02:09:42.464</dcterms:modified>
  <cp:revision>140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